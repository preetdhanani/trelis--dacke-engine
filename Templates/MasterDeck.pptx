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SLOT SPEC (JSON) — do not present</a:t>
            </a:r>
          </a:p>
          <a:p>
            <a:r>
              <a:t>{</a:t>
            </a:r>
          </a:p>
          <a:p>
            <a:r>
              <a:t>  "layout_id": "title",</a:t>
            </a:r>
          </a:p>
          <a:p>
            <a:r>
              <a:t>  "slide_index": 0,</a:t>
            </a:r>
          </a:p>
          <a:p>
            <a:r>
              <a:t>  "title": "Title Slide",</a:t>
            </a:r>
          </a:p>
          <a:p>
            <a:r>
              <a:t>  "use_when": "Opening slide of any deck.",</a:t>
            </a:r>
          </a:p>
          <a:p>
            <a:r>
              <a:t>  "slots": [</a:t>
            </a:r>
          </a:p>
          <a:p>
            <a:r>
              <a:t>    {</a:t>
            </a:r>
          </a:p>
          <a:p>
            <a:r>
              <a:t>      "shape_name": "IM_TITLE_DECKTITLE",</a:t>
            </a:r>
          </a:p>
          <a:p>
            <a:r>
              <a:t>      "geometry_in": {</a:t>
            </a:r>
          </a:p>
          <a:p>
            <a:r>
              <a:t>        "left_in": 0.9,</a:t>
            </a:r>
          </a:p>
          <a:p>
            <a:r>
              <a:t>        "top_in": 4.05,</a:t>
            </a:r>
          </a:p>
          <a:p>
            <a:r>
              <a:t>        "width_in": 11.4,</a:t>
            </a:r>
          </a:p>
          <a:p>
            <a:r>
              <a:t>        "height_in": 1.2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"deck_title",</a:t>
            </a:r>
          </a:p>
          <a:p>
            <a:r>
              <a:t>      "required": true,</a:t>
            </a:r>
          </a:p>
          <a:p>
            <a:r>
              <a:t>      "max_chars": 70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"IM_TITLE_SUBTITLE",</a:t>
            </a:r>
          </a:p>
          <a:p>
            <a:r>
              <a:t>      "geometry_in": {</a:t>
            </a:r>
          </a:p>
          <a:p>
            <a:r>
              <a:t>        "left_in": 0.92,</a:t>
            </a:r>
          </a:p>
          <a:p>
            <a:r>
              <a:t>        "top_in": 5.25,</a:t>
            </a:r>
          </a:p>
          <a:p>
            <a:r>
              <a:t>        "width_in": 11.0,</a:t>
            </a:r>
          </a:p>
          <a:p>
            <a:r>
              <a:t>        "height_in": 0.7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"subtitle",</a:t>
            </a:r>
          </a:p>
          <a:p>
            <a:r>
              <a:t>      "required": false,</a:t>
            </a:r>
          </a:p>
          <a:p>
            <a:r>
              <a:t>      "max_chars": 110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"IM_TITLE_CLAIM",</a:t>
            </a:r>
          </a:p>
          <a:p>
            <a:r>
              <a:t>      "geometry_in": {</a:t>
            </a:r>
          </a:p>
          <a:p>
            <a:r>
              <a:t>        "left_in": 0.92,</a:t>
            </a:r>
          </a:p>
          <a:p>
            <a:r>
              <a:t>        "top_in": 2.75,</a:t>
            </a:r>
          </a:p>
          <a:p>
            <a:r>
              <a:t>        "width_in": 8.0,</a:t>
            </a:r>
          </a:p>
          <a:p>
            <a:r>
              <a:t>        "height_in": 0.5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"claim",</a:t>
            </a:r>
          </a:p>
          <a:p>
            <a:r>
              <a:t>      "required": false,</a:t>
            </a:r>
          </a:p>
          <a:p>
            <a:r>
              <a:t>      "allowed_values": [</a:t>
            </a:r>
          </a:p>
          <a:p>
            <a:r>
              <a:t>        "AI Built to Transform",</a:t>
            </a:r>
          </a:p>
          <a:p>
            <a:r>
              <a:t>        "AI Built to Deliver."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"IM_TITLE_META",</a:t>
            </a:r>
          </a:p>
          <a:p>
            <a:r>
              <a:t>      "geometry_in": {</a:t>
            </a:r>
          </a:p>
          <a:p>
            <a:r>
              <a:t>        "left_in": 0.92,</a:t>
            </a:r>
          </a:p>
          <a:p>
            <a:r>
              <a:t>        "top_in": 6.7,</a:t>
            </a:r>
          </a:p>
          <a:p>
            <a:r>
              <a:t>        "width_in": 11.0,</a:t>
            </a:r>
          </a:p>
          <a:p>
            <a:r>
              <a:t>        "height_in": 0.5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"meta_line",</a:t>
            </a:r>
          </a:p>
          <a:p>
            <a:r>
              <a:t>      "required": false,</a:t>
            </a:r>
          </a:p>
          <a:p>
            <a:r>
              <a:t>      "max_chars": 90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SLOT SPEC (JSON) — do not present</a:t>
            </a:r>
          </a:p>
          <a:p>
            <a:r>
              <a:t>{</a:t>
            </a:r>
          </a:p>
          <a:p>
            <a:r>
              <a:t>  "layout_id": "section_divider",</a:t>
            </a:r>
          </a:p>
          <a:p>
            <a:r>
              <a:t>  "slide_index": 1,</a:t>
            </a:r>
          </a:p>
          <a:p>
            <a:r>
              <a:t>  "title": "Section Divider",</a:t>
            </a:r>
          </a:p>
          <a:p>
            <a:r>
              <a:t>  "use_when": "Break between major sections of the deck.",</a:t>
            </a:r>
          </a:p>
          <a:p>
            <a:r>
              <a:t>  "slots": [</a:t>
            </a:r>
          </a:p>
          <a:p>
            <a:r>
              <a:t>    {</a:t>
            </a:r>
          </a:p>
          <a:p>
            <a:r>
              <a:t>      "shape_name": "IM_SECTION_NUMBER",</a:t>
            </a:r>
          </a:p>
          <a:p>
            <a:r>
              <a:t>      "geometry_in": {</a:t>
            </a:r>
          </a:p>
          <a:p>
            <a:r>
              <a:t>        "left_in": 0.9,</a:t>
            </a:r>
          </a:p>
          <a:p>
            <a:r>
              <a:t>        "top_in": 2.0,</a:t>
            </a:r>
          </a:p>
          <a:p>
            <a:r>
              <a:t>        "width_in": 3.0,</a:t>
            </a:r>
          </a:p>
          <a:p>
            <a:r>
              <a:t>        "height_in": 1.4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"section_number",</a:t>
            </a:r>
          </a:p>
          <a:p>
            <a:r>
              <a:t>      "required": true,</a:t>
            </a:r>
          </a:p>
          <a:p>
            <a:r>
              <a:t>      "max_chars": 3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"IM_SECTION_TITLE",</a:t>
            </a:r>
          </a:p>
          <a:p>
            <a:r>
              <a:t>      "geometry_in": {</a:t>
            </a:r>
          </a:p>
          <a:p>
            <a:r>
              <a:t>        "left_in": 0.92,</a:t>
            </a:r>
          </a:p>
          <a:p>
            <a:r>
              <a:t>        "top_in": 3.35,</a:t>
            </a:r>
          </a:p>
          <a:p>
            <a:r>
              <a:t>        "width_in": 11.4,</a:t>
            </a:r>
          </a:p>
          <a:p>
            <a:r>
              <a:t>        "height_in": 1.6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"section_title",</a:t>
            </a:r>
          </a:p>
          <a:p>
            <a:r>
              <a:t>      "required": true,</a:t>
            </a:r>
          </a:p>
          <a:p>
            <a:r>
              <a:t>      "max_chars": 48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"IM_SECTION_KICKER",</a:t>
            </a:r>
          </a:p>
          <a:p>
            <a:r>
              <a:t>      "geometry_in": {</a:t>
            </a:r>
          </a:p>
          <a:p>
            <a:r>
              <a:t>        "left_in": 0.95,</a:t>
            </a:r>
          </a:p>
          <a:p>
            <a:r>
              <a:t>        "top_in": 5.0,</a:t>
            </a:r>
          </a:p>
          <a:p>
            <a:r>
              <a:t>        "width_in": 11.0,</a:t>
            </a:r>
          </a:p>
          <a:p>
            <a:r>
              <a:t>        "height_in": 0.6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"kicker",</a:t>
            </a:r>
          </a:p>
          <a:p>
            <a:r>
              <a:t>      "required": false,</a:t>
            </a:r>
          </a:p>
          <a:p>
            <a:r>
              <a:t>      "max_chars": 90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SLOT SPEC (JSON) — do not present</a:t>
            </a:r>
          </a:p>
          <a:p>
            <a:r>
              <a:t>{</a:t>
            </a:r>
          </a:p>
          <a:p>
            <a:r>
              <a:t>  "layout_id": "text_bullets",</a:t>
            </a:r>
          </a:p>
          <a:p>
            <a:r>
              <a:t>  "slide_index": 2,</a:t>
            </a:r>
          </a:p>
          <a:p>
            <a:r>
              <a:t>  "title": "Text + Bullets (no image)",</a:t>
            </a:r>
          </a:p>
          <a:p>
            <a:r>
              <a:t>  "use_when": "Pure argument / list slide with no visual.",</a:t>
            </a:r>
          </a:p>
          <a:p>
            <a:r>
              <a:t>  "slots": [</a:t>
            </a:r>
          </a:p>
          <a:p>
            <a:r>
              <a:t>    {</a:t>
            </a:r>
          </a:p>
          <a:p>
            <a:r>
              <a:t>      "shape_name": "IM_BULLETS_TITLE",</a:t>
            </a:r>
          </a:p>
          <a:p>
            <a:r>
              <a:t>      "geometry_in": {</a:t>
            </a:r>
          </a:p>
          <a:p>
            <a:r>
              <a:t>        "left_in": 0.9,</a:t>
            </a:r>
          </a:p>
          <a:p>
            <a:r>
              <a:t>        "top_in": 1.15,</a:t>
            </a:r>
          </a:p>
          <a:p>
            <a:r>
              <a:t>        "width_in": 11.5,</a:t>
            </a:r>
          </a:p>
          <a:p>
            <a:r>
              <a:t>        "height_in": 0.9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"title",</a:t>
            </a:r>
          </a:p>
          <a:p>
            <a:r>
              <a:t>      "required": true,</a:t>
            </a:r>
          </a:p>
          <a:p>
            <a:r>
              <a:t>      "max_chars": 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"IM_BULLETS_KICKER",</a:t>
            </a:r>
          </a:p>
          <a:p>
            <a:r>
              <a:t>      "geometry_in": {</a:t>
            </a:r>
          </a:p>
          <a:p>
            <a:r>
              <a:t>        "left_in": 0.92,</a:t>
            </a:r>
          </a:p>
          <a:p>
            <a:r>
              <a:t>        "top_in": 2.05,</a:t>
            </a:r>
          </a:p>
          <a:p>
            <a:r>
              <a:t>        "width_in": 11.5,</a:t>
            </a:r>
          </a:p>
          <a:p>
            <a:r>
              <a:t>        "height_in": 0.5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"kicker",</a:t>
            </a:r>
          </a:p>
          <a:p>
            <a:r>
              <a:t>      "required": false,</a:t>
            </a:r>
          </a:p>
          <a:p>
            <a:r>
              <a:t>      "max_chars": 90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"IM_BULLETS_BODY",</a:t>
            </a:r>
          </a:p>
          <a:p>
            <a:r>
              <a:t>      "geometry_in": {</a:t>
            </a:r>
          </a:p>
          <a:p>
            <a:r>
              <a:t>        "left_in": 0.92,</a:t>
            </a:r>
          </a:p>
          <a:p>
            <a:r>
              <a:t>        "top_in": 2.75,</a:t>
            </a:r>
          </a:p>
          <a:p>
            <a:r>
              <a:t>        "width_in": 11.4,</a:t>
            </a:r>
          </a:p>
          <a:p>
            <a:r>
              <a:t>        "height_in": 3.9</a:t>
            </a:r>
          </a:p>
          <a:p>
            <a:r>
              <a:t>      },</a:t>
            </a:r>
          </a:p>
          <a:p>
            <a:r>
              <a:t>      "type": "bullets",</a:t>
            </a:r>
          </a:p>
          <a:p>
            <a:r>
              <a:t>      "role": "body",</a:t>
            </a:r>
          </a:p>
          <a:p>
            <a:r>
              <a:t>      "required": true,</a:t>
            </a:r>
          </a:p>
          <a:p>
            <a:r>
              <a:t>      "max_items": 6,</a:t>
            </a:r>
          </a:p>
          <a:p>
            <a:r>
              <a:t>      "max_chars_per_item": 95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SLOT SPEC (JSON) — do not present</a:t>
            </a:r>
          </a:p>
          <a:p>
            <a:r>
              <a:t>{</a:t>
            </a:r>
          </a:p>
          <a:p>
            <a:r>
              <a:t>  "layout_id": "image_only",</a:t>
            </a:r>
          </a:p>
          <a:p>
            <a:r>
              <a:t>  "slide_index": 3,</a:t>
            </a:r>
          </a:p>
          <a:p>
            <a:r>
              <a:t>  "title": "Image Only",</a:t>
            </a:r>
          </a:p>
          <a:p>
            <a:r>
              <a:t>  "use_when": "A single dominant visual — exhibit photo, diagram, screenshot.",</a:t>
            </a:r>
          </a:p>
          <a:p>
            <a:r>
              <a:t>  "slots": [</a:t>
            </a:r>
          </a:p>
          <a:p>
            <a:r>
              <a:t>    {</a:t>
            </a:r>
          </a:p>
          <a:p>
            <a:r>
              <a:t>      "shape_name": "IM_IMAGEONLY_HERO",</a:t>
            </a:r>
          </a:p>
          <a:p>
            <a:r>
              <a:t>      "geometry_in": {</a:t>
            </a:r>
          </a:p>
          <a:p>
            <a:r>
              <a:t>        "left_in": 0.9,</a:t>
            </a:r>
          </a:p>
          <a:p>
            <a:r>
              <a:t>        "top_in": 0.9,</a:t>
            </a:r>
          </a:p>
          <a:p>
            <a:r>
              <a:t>        "width_in": 11.53,</a:t>
            </a:r>
          </a:p>
          <a:p>
            <a:r>
              <a:t>        "height_in": 5.4</a:t>
            </a:r>
          </a:p>
          <a:p>
            <a:r>
              <a:t>      },</a:t>
            </a:r>
          </a:p>
          <a:p>
            <a:r>
              <a:t>      "type": "image",</a:t>
            </a:r>
          </a:p>
          <a:p>
            <a:r>
              <a:t>      "role": "hero_image",</a:t>
            </a:r>
          </a:p>
          <a:p>
            <a:r>
              <a:t>      "required": true,</a:t>
            </a:r>
          </a:p>
          <a:p>
            <a:r>
              <a:t>      "fit": "cover",</a:t>
            </a:r>
          </a:p>
          <a:p>
            <a:r>
              <a:t>      "note": "Replace this placeholder rectangle; use its geometry."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"IM_IMAGEONLY_CAPTION",</a:t>
            </a:r>
          </a:p>
          <a:p>
            <a:r>
              <a:t>      "geometry_in": {</a:t>
            </a:r>
          </a:p>
          <a:p>
            <a:r>
              <a:t>        "left_in": 0.92,</a:t>
            </a:r>
          </a:p>
          <a:p>
            <a:r>
              <a:t>        "top_in": 6.45,</a:t>
            </a:r>
          </a:p>
          <a:p>
            <a:r>
              <a:t>        "width_in": 9.0,</a:t>
            </a:r>
          </a:p>
          <a:p>
            <a:r>
              <a:t>        "height_in": 0.5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"caption",</a:t>
            </a:r>
          </a:p>
          <a:p>
            <a:r>
              <a:t>      "required": false,</a:t>
            </a:r>
          </a:p>
          <a:p>
            <a:r>
              <a:t>      "max_chars": 110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SLOT SPEC (JSON) — do not present</a:t>
            </a:r>
          </a:p>
          <a:p>
            <a:r>
              <a:t>{</a:t>
            </a:r>
          </a:p>
          <a:p>
            <a:r>
              <a:t>  "layout_id": "two_column",</a:t>
            </a:r>
          </a:p>
          <a:p>
            <a:r>
              <a:t>  "slide_index": 4,</a:t>
            </a:r>
          </a:p>
          <a:p>
            <a:r>
              <a:t>  "title": "Two-Column (text + image)",</a:t>
            </a:r>
          </a:p>
          <a:p>
            <a:r>
              <a:t>  "use_when": "Narrative on the left, supporting visual on the right.",</a:t>
            </a:r>
          </a:p>
          <a:p>
            <a:r>
              <a:t>  "slots": [</a:t>
            </a:r>
          </a:p>
          <a:p>
            <a:r>
              <a:t>    {</a:t>
            </a:r>
          </a:p>
          <a:p>
            <a:r>
              <a:t>      "shape_name": "IM_TWOCOL_TITLE",</a:t>
            </a:r>
          </a:p>
          <a:p>
            <a:r>
              <a:t>      "geometry_in": {</a:t>
            </a:r>
          </a:p>
          <a:p>
            <a:r>
              <a:t>        "left_in": 0.9,</a:t>
            </a:r>
          </a:p>
          <a:p>
            <a:r>
              <a:t>        "top_in": 1.15,</a:t>
            </a:r>
          </a:p>
          <a:p>
            <a:r>
              <a:t>        "width_in": 11.5,</a:t>
            </a:r>
          </a:p>
          <a:p>
            <a:r>
              <a:t>        "height_in": 0.9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"title",</a:t>
            </a:r>
          </a:p>
          <a:p>
            <a:r>
              <a:t>      "required": true,</a:t>
            </a:r>
          </a:p>
          <a:p>
            <a:r>
              <a:t>      "max_chars": 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"IM_TWOCOL_BODY",</a:t>
            </a:r>
          </a:p>
          <a:p>
            <a:r>
              <a:t>      "geometry_in": {</a:t>
            </a:r>
          </a:p>
          <a:p>
            <a:r>
              <a:t>        "left_in": 0.92,</a:t>
            </a:r>
          </a:p>
          <a:p>
            <a:r>
              <a:t>        "top_in": 2.35,</a:t>
            </a:r>
          </a:p>
          <a:p>
            <a:r>
              <a:t>        "width_in": 5.7,</a:t>
            </a:r>
          </a:p>
          <a:p>
            <a:r>
              <a:t>        "height_in": 4.1</a:t>
            </a:r>
          </a:p>
          <a:p>
            <a:r>
              <a:t>      },</a:t>
            </a:r>
          </a:p>
          <a:p>
            <a:r>
              <a:t>      "type": "bullets",</a:t>
            </a:r>
          </a:p>
          <a:p>
            <a:r>
              <a:t>      "role": "body",</a:t>
            </a:r>
          </a:p>
          <a:p>
            <a:r>
              <a:t>      "required": true,</a:t>
            </a:r>
          </a:p>
          <a:p>
            <a:r>
              <a:t>      "max_items": 5,</a:t>
            </a:r>
          </a:p>
          <a:p>
            <a:r>
              <a:t>      "max_chars_per_item": 80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"IM_TWOCOL_IMAGE",</a:t>
            </a:r>
          </a:p>
          <a:p>
            <a:r>
              <a:t>      "geometry_in": {</a:t>
            </a:r>
          </a:p>
          <a:p>
            <a:r>
              <a:t>        "left_in": 7.05,</a:t>
            </a:r>
          </a:p>
          <a:p>
            <a:r>
              <a:t>        "top_in": 2.15,</a:t>
            </a:r>
          </a:p>
          <a:p>
            <a:r>
              <a:t>        "width_in": 5.38,</a:t>
            </a:r>
          </a:p>
          <a:p>
            <a:r>
              <a:t>        "height_in": 4.35</a:t>
            </a:r>
          </a:p>
          <a:p>
            <a:r>
              <a:t>      },</a:t>
            </a:r>
          </a:p>
          <a:p>
            <a:r>
              <a:t>      "type": "image",</a:t>
            </a:r>
          </a:p>
          <a:p>
            <a:r>
              <a:t>      "role": "support_image",</a:t>
            </a:r>
          </a:p>
          <a:p>
            <a:r>
              <a:t>      "required": true,</a:t>
            </a:r>
          </a:p>
          <a:p>
            <a:r>
              <a:t>      "fit": "cover"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SLOT SPEC (JSON) — do not present</a:t>
            </a:r>
          </a:p>
          <a:p>
            <a:r>
              <a:t>{</a:t>
            </a:r>
          </a:p>
          <a:p>
            <a:r>
              <a:t>  "layout_id": "exhibit_data",</a:t>
            </a:r>
          </a:p>
          <a:p>
            <a:r>
              <a:t>  "slide_index": 5,</a:t>
            </a:r>
          </a:p>
          <a:p>
            <a:r>
              <a:t>  "title": "Exhibit / Data",</a:t>
            </a:r>
          </a:p>
          <a:p>
            <a:r>
              <a:t>  "use_when": "A chart or table with a so-what takeaway and source.",</a:t>
            </a:r>
          </a:p>
          <a:p>
            <a:r>
              <a:t>  "slots": [</a:t>
            </a:r>
          </a:p>
          <a:p>
            <a:r>
              <a:t>    {</a:t>
            </a:r>
          </a:p>
          <a:p>
            <a:r>
              <a:t>      "shape_name": "IM_EXHIBIT_TITLE",</a:t>
            </a:r>
          </a:p>
          <a:p>
            <a:r>
              <a:t>      "geometry_in": {</a:t>
            </a:r>
          </a:p>
          <a:p>
            <a:r>
              <a:t>        "left_in": 0.9,</a:t>
            </a:r>
          </a:p>
          <a:p>
            <a:r>
              <a:t>        "top_in": 1.15,</a:t>
            </a:r>
          </a:p>
          <a:p>
            <a:r>
              <a:t>        "width_in": 11.5,</a:t>
            </a:r>
          </a:p>
          <a:p>
            <a:r>
              <a:t>        "height_in": 0.85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"title",</a:t>
            </a:r>
          </a:p>
          <a:p>
            <a:r>
              <a:t>      "required": true,</a:t>
            </a:r>
          </a:p>
          <a:p>
            <a:r>
              <a:t>      "max_chars": 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"IM_EXHIBIT_VISUAL",</a:t>
            </a:r>
          </a:p>
          <a:p>
            <a:r>
              <a:t>      "geometry_in": {</a:t>
            </a:r>
          </a:p>
          <a:p>
            <a:r>
              <a:t>        "left_in": 0.92,</a:t>
            </a:r>
          </a:p>
          <a:p>
            <a:r>
              <a:t>        "top_in": 2.1,</a:t>
            </a:r>
          </a:p>
          <a:p>
            <a:r>
              <a:t>        "width_in": 8.4,</a:t>
            </a:r>
          </a:p>
          <a:p>
            <a:r>
              <a:t>        "height_in": 4.35</a:t>
            </a:r>
          </a:p>
          <a:p>
            <a:r>
              <a:t>      },</a:t>
            </a:r>
          </a:p>
          <a:p>
            <a:r>
              <a:t>      "type": "image",</a:t>
            </a:r>
          </a:p>
          <a:p>
            <a:r>
              <a:t>      "role": "exhibit",</a:t>
            </a:r>
          </a:p>
          <a:p>
            <a:r>
              <a:t>      "required": true,</a:t>
            </a:r>
          </a:p>
          <a:p>
            <a:r>
              <a:t>      "fit": "contain",</a:t>
            </a:r>
          </a:p>
          <a:p>
            <a:r>
              <a:t>      "note": "Insert chart/table image, or overlay a native chart at this geometry."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"IM_EXHIBIT_TAKEAWAY",</a:t>
            </a:r>
          </a:p>
          <a:p>
            <a:r>
              <a:t>      "geometry_in": {</a:t>
            </a:r>
          </a:p>
          <a:p>
            <a:r>
              <a:t>        "left_in": 9.55,</a:t>
            </a:r>
          </a:p>
          <a:p>
            <a:r>
              <a:t>        "top_in": 2.1,</a:t>
            </a:r>
          </a:p>
          <a:p>
            <a:r>
              <a:t>        "width_in": 2.9,</a:t>
            </a:r>
          </a:p>
          <a:p>
            <a:r>
              <a:t>        "height_in": 4.0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"takeaway",</a:t>
            </a:r>
          </a:p>
          <a:p>
            <a:r>
              <a:t>      "required": true,</a:t>
            </a:r>
          </a:p>
          <a:p>
            <a:r>
              <a:t>      "max_chars": 180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"IM_EXHIBIT_SOURCE",</a:t>
            </a:r>
          </a:p>
          <a:p>
            <a:r>
              <a:t>      "geometry_in": {</a:t>
            </a:r>
          </a:p>
          <a:p>
            <a:r>
              <a:t>        "left_in": 0.92,</a:t>
            </a:r>
          </a:p>
          <a:p>
            <a:r>
              <a:t>        "top_in": 6.55,</a:t>
            </a:r>
          </a:p>
          <a:p>
            <a:r>
              <a:t>        "width_in": 9.0,</a:t>
            </a:r>
          </a:p>
          <a:p>
            <a:r>
              <a:t>        "height_in": 0.4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"source",</a:t>
            </a:r>
          </a:p>
          <a:p>
            <a:r>
              <a:t>      "required": false,</a:t>
            </a:r>
          </a:p>
          <a:p>
            <a:r>
              <a:t>      "max_chars": 120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SLOT SPEC (JSON) — do not present</a:t>
            </a:r>
          </a:p>
          <a:p>
            <a:r>
              <a:t>{</a:t>
            </a:r>
          </a:p>
          <a:p>
            <a:r>
              <a:t>  "layout_id": "quote_callout",</a:t>
            </a:r>
          </a:p>
          <a:p>
            <a:r>
              <a:t>  "slide_index": 6,</a:t>
            </a:r>
          </a:p>
          <a:p>
            <a:r>
              <a:t>  "title": "Quote / Callout",</a:t>
            </a:r>
          </a:p>
          <a:p>
            <a:r>
              <a:t>  "use_when": "A pull quote, client testimonial, or single big statement.",</a:t>
            </a:r>
          </a:p>
          <a:p>
            <a:r>
              <a:t>  "slots": [</a:t>
            </a:r>
          </a:p>
          <a:p>
            <a:r>
              <a:t>    {</a:t>
            </a:r>
          </a:p>
          <a:p>
            <a:r>
              <a:t>      "shape_name": "IM_QUOTE_TEXT",</a:t>
            </a:r>
          </a:p>
          <a:p>
            <a:r>
              <a:t>      "geometry_in": {</a:t>
            </a:r>
          </a:p>
          <a:p>
            <a:r>
              <a:t>        "left_in": 1.4,</a:t>
            </a:r>
          </a:p>
          <a:p>
            <a:r>
              <a:t>        "top_in": 2.1,</a:t>
            </a:r>
          </a:p>
          <a:p>
            <a:r>
              <a:t>        "width_in": 10.5,</a:t>
            </a:r>
          </a:p>
          <a:p>
            <a:r>
              <a:t>        "height_in": 2.8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"quote",</a:t>
            </a:r>
          </a:p>
          <a:p>
            <a:r>
              <a:t>      "required": true,</a:t>
            </a:r>
          </a:p>
          <a:p>
            <a:r>
              <a:t>      "max_chars": 160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"shape_name": "IM_QUOTE_ATTRIB",</a:t>
            </a:r>
          </a:p>
          <a:p>
            <a:r>
              <a:t>      "geometry_in": {</a:t>
            </a:r>
          </a:p>
          <a:p>
            <a:r>
              <a:t>        "left_in": 1.42,</a:t>
            </a:r>
          </a:p>
          <a:p>
            <a:r>
              <a:t>        "top_in": 5.0,</a:t>
            </a:r>
          </a:p>
          <a:p>
            <a:r>
              <a:t>        "width_in": 10.0,</a:t>
            </a:r>
          </a:p>
          <a:p>
            <a:r>
              <a:t>        "height_in": 0.6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"attribution",</a:t>
            </a:r>
          </a:p>
          <a:p>
            <a:r>
              <a:t>      "required": false,</a:t>
            </a:r>
          </a:p>
          <a:p>
            <a:r>
              <a:t>      "max_chars": 70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SLOT SPEC (JSON) — do not present</a:t>
            </a:r>
          </a:p>
          <a:p>
            <a:r>
              <a:t>{</a:t>
            </a:r>
          </a:p>
          <a:p>
            <a:r>
              <a:t>  "layout_id": "closing_contact",</a:t>
            </a:r>
          </a:p>
          <a:p>
            <a:r>
              <a:t>  "slide_index": 7,</a:t>
            </a:r>
          </a:p>
          <a:p>
            <a:r>
              <a:t>  "title": "Closing / Contact",</a:t>
            </a:r>
          </a:p>
          <a:p>
            <a:r>
              <a:t>  "use_when": "Final slide — wordmark, claim, contact block.",</a:t>
            </a:r>
          </a:p>
          <a:p>
            <a:r>
              <a:t>  "slots": [</a:t>
            </a:r>
          </a:p>
          <a:p>
            <a:r>
              <a:t>    {</a:t>
            </a:r>
          </a:p>
          <a:p>
            <a:r>
              <a:t>      "shape_name": "IM_CLOSING_CONTACT",</a:t>
            </a:r>
          </a:p>
          <a:p>
            <a:r>
              <a:t>      "geometry_in": {</a:t>
            </a:r>
          </a:p>
          <a:p>
            <a:r>
              <a:t>        "left_in": 0.92,</a:t>
            </a:r>
          </a:p>
          <a:p>
            <a:r>
              <a:t>        "top_in": 4.7,</a:t>
            </a:r>
          </a:p>
          <a:p>
            <a:r>
              <a:t>        "width_in": 11.0,</a:t>
            </a:r>
          </a:p>
          <a:p>
            <a:r>
              <a:t>        "height_in": 1.6</a:t>
            </a:r>
          </a:p>
          <a:p>
            <a:r>
              <a:t>      },</a:t>
            </a:r>
          </a:p>
          <a:p>
            <a:r>
              <a:t>      "type": "text",</a:t>
            </a:r>
          </a:p>
          <a:p>
            <a:r>
              <a:t>      "role": "contact_block",</a:t>
            </a:r>
          </a:p>
          <a:p>
            <a:r>
              <a:t>      "required": true,</a:t>
            </a:r>
          </a:p>
          <a:p>
            <a:r>
              <a:t>      "max_chars": 220,</a:t>
            </a:r>
          </a:p>
          <a:p>
            <a:r>
              <a:t>      "note": "Newline-separated lines: name / role / email · phone."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</a:t>
            </a:r>
          </a:p>
          <a:p>
            <a:r>
              <a:t>  "template_name": "Infinite Mind — Master Deck",</a:t>
            </a:r>
          </a:p>
          <a:p>
            <a:r>
              <a:t>  "template_version": "1.0",</a:t>
            </a:r>
          </a:p>
          <a:p>
            <a:r>
              <a:t>  "pipeline": "Claude -&gt; JSON slide-specs -&gt; python-pptx renderer",</a:t>
            </a:r>
          </a:p>
          <a:p>
            <a:r>
              <a:t>  "fill_protocol": [</a:t>
            </a:r>
          </a:p>
          <a:p>
            <a:r>
              <a:t>    "1. Pick a layout by 'layout_id'.",</a:t>
            </a:r>
          </a:p>
          <a:p>
            <a:r>
              <a:t>    "2. Duplicate the matching template slide (slide_index).",</a:t>
            </a:r>
          </a:p>
          <a:p>
            <a:r>
              <a:t>    "3. For each slot, find the shape where shape.name == slot.shape_name.",</a:t>
            </a:r>
          </a:p>
          <a:p>
            <a:r>
              <a:t>    "4. text  -&gt; set run text on that shape.",</a:t>
            </a:r>
          </a:p>
          <a:p>
            <a:r>
              <a:t>    "5. bullets -&gt; one paragraph per item (respect max_items / max_chars_per_item).",</a:t>
            </a:r>
          </a:p>
          <a:p>
            <a:r>
              <a:t>    "6. image -&gt; insert a picture at slot.geometry_in (inches); remove the grey placeholder rect.",</a:t>
            </a:r>
          </a:p>
          <a:p>
            <a:r>
              <a:t>    "7. Never add unnamed shapes; never rename existing ones."</a:t>
            </a:r>
          </a:p>
          <a:p>
            <a:r>
              <a:t>  ],</a:t>
            </a:r>
          </a:p>
          <a:p>
            <a:r>
              <a:t>  "brand": {</a:t>
            </a:r>
          </a:p>
          <a:p>
            <a:r>
              <a:t>    "colors": {</a:t>
            </a:r>
          </a:p>
          <a:p>
            <a:r>
              <a:t>      "blue_primary": "0957D1",</a:t>
            </a:r>
          </a:p>
          <a:p>
            <a:r>
              <a:t>      "red_accent": "FF3531",</a:t>
            </a:r>
          </a:p>
          <a:p>
            <a:r>
              <a:t>      "ink": "111111",</a:t>
            </a:r>
          </a:p>
          <a:p>
            <a:r>
              <a:t>      "muted": "6B6B6B",</a:t>
            </a:r>
          </a:p>
          <a:p>
            <a:r>
              <a:t>      "surface": "FFFFFF",</a:t>
            </a:r>
          </a:p>
          <a:p>
            <a:r>
              <a:t>      "placeholder_fill": "EEEEEE"</a:t>
            </a:r>
          </a:p>
          <a:p>
            <a:r>
              <a:t>    },</a:t>
            </a:r>
          </a:p>
          <a:p>
            <a:r>
              <a:t>    "wordmark": "INFINITE MIND",</a:t>
            </a:r>
          </a:p>
          <a:p>
            <a:r>
              <a:t>    "claims": [</a:t>
            </a:r>
          </a:p>
          <a:p>
            <a:r>
              <a:t>      "AI Built to Deliver.",</a:t>
            </a:r>
          </a:p>
          <a:p>
            <a:r>
              <a:t>      "AI Built to Transform"</a:t>
            </a:r>
          </a:p>
          <a:p>
            <a:r>
              <a:t>    ],</a:t>
            </a:r>
          </a:p>
          <a:p>
            <a:r>
              <a:t>    "fonts": {</a:t>
            </a:r>
          </a:p>
          <a:p>
            <a:r>
              <a:t>      "display": "Cambria",</a:t>
            </a:r>
          </a:p>
          <a:p>
            <a:r>
              <a:t>      "body": "Calibri",</a:t>
            </a:r>
          </a:p>
          <a:p>
            <a:r>
              <a:t>      "note": "STAND-IN fonts. Replace with the real Infinite Mind brand font once known."</a:t>
            </a:r>
          </a:p>
          <a:p>
            <a:r>
              <a:t>    }</a:t>
            </a:r>
          </a:p>
          <a:p>
            <a:r>
              <a:t>  },</a:t>
            </a:r>
          </a:p>
          <a:p>
            <a:r>
              <a:t>  "slide_dimensions_in": {</a:t>
            </a:r>
          </a:p>
          <a:p>
            <a:r>
              <a:t>    "width": 13.333,</a:t>
            </a:r>
          </a:p>
          <a:p>
            <a:r>
              <a:t>    "height": 7.5</a:t>
            </a:r>
          </a:p>
          <a:p>
            <a:r>
              <a:t>  },</a:t>
            </a:r>
          </a:p>
          <a:p>
            <a:r>
              <a:t>  "shape_name_convention": "IM_&lt;LAYOUT&gt;_&lt;SLOT&gt;  (uppercase; unique per slide)",</a:t>
            </a:r>
          </a:p>
          <a:p>
            <a:r>
              <a:t>  "layouts": [</a:t>
            </a:r>
          </a:p>
          <a:p>
            <a:r>
              <a:t>    {</a:t>
            </a:r>
          </a:p>
          <a:p>
            <a:r>
              <a:t>      "layout_id": "title",</a:t>
            </a:r>
          </a:p>
          <a:p>
            <a:r>
              <a:t>      "slide_index": 0,</a:t>
            </a:r>
          </a:p>
          <a:p>
            <a:r>
              <a:t>      "title": "Title Slide",</a:t>
            </a:r>
          </a:p>
          <a:p>
            <a:r>
              <a:t>      "use_when": "Opening slide of any deck.",</a:t>
            </a:r>
          </a:p>
          <a:p>
            <a:r>
              <a:t>      "slots": [</a:t>
            </a:r>
          </a:p>
          <a:p>
            <a:r>
              <a:t>        {</a:t>
            </a:r>
          </a:p>
          <a:p>
            <a:r>
              <a:t>          "shape_name": "IM_TITLE_DECKTITLE",</a:t>
            </a:r>
          </a:p>
          <a:p>
            <a:r>
              <a:t>          "geometry_in": {</a:t>
            </a:r>
          </a:p>
          <a:p>
            <a:r>
              <a:t>            "left_in": 0.9,</a:t>
            </a:r>
          </a:p>
          <a:p>
            <a:r>
              <a:t>            "top_in": 4.05,</a:t>
            </a:r>
          </a:p>
          <a:p>
            <a:r>
              <a:t>            "width_in": 11.4,</a:t>
            </a:r>
          </a:p>
          <a:p>
            <a:r>
              <a:t>            "height_in": 1.2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"deck_title",</a:t>
            </a:r>
          </a:p>
          <a:p>
            <a:r>
              <a:t>          "required": true,</a:t>
            </a:r>
          </a:p>
          <a:p>
            <a:r>
              <a:t>          "max_chars": 70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"IM_TITLE_SUBTITLE",</a:t>
            </a:r>
          </a:p>
          <a:p>
            <a:r>
              <a:t>          "geometry_in": {</a:t>
            </a:r>
          </a:p>
          <a:p>
            <a:r>
              <a:t>            "left_in": 0.92,</a:t>
            </a:r>
          </a:p>
          <a:p>
            <a:r>
              <a:t>            "top_in": 5.25,</a:t>
            </a:r>
          </a:p>
          <a:p>
            <a:r>
              <a:t>            "width_in": 11.0,</a:t>
            </a:r>
          </a:p>
          <a:p>
            <a:r>
              <a:t>            "height_in": 0.7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"subtitle",</a:t>
            </a:r>
          </a:p>
          <a:p>
            <a:r>
              <a:t>          "required": false,</a:t>
            </a:r>
          </a:p>
          <a:p>
            <a:r>
              <a:t>          "max_chars": 110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"IM_TITLE_CLAIM",</a:t>
            </a:r>
          </a:p>
          <a:p>
            <a:r>
              <a:t>          "geometry_in": {</a:t>
            </a:r>
          </a:p>
          <a:p>
            <a:r>
              <a:t>            "left_in": 0.92,</a:t>
            </a:r>
          </a:p>
          <a:p>
            <a:r>
              <a:t>            "top_in": 2.75,</a:t>
            </a:r>
          </a:p>
          <a:p>
            <a:r>
              <a:t>            "width_in": 8.0,</a:t>
            </a:r>
          </a:p>
          <a:p>
            <a:r>
              <a:t>            "height_in": 0.5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"claim",</a:t>
            </a:r>
          </a:p>
          <a:p>
            <a:r>
              <a:t>          "required": false,</a:t>
            </a:r>
          </a:p>
          <a:p>
            <a:r>
              <a:t>          "allowed_values": [</a:t>
            </a:r>
          </a:p>
          <a:p>
            <a:r>
              <a:t>            "AI Built to Transform",</a:t>
            </a:r>
          </a:p>
          <a:p>
            <a:r>
              <a:t>            "AI Built to Deliver."</a:t>
            </a:r>
          </a:p>
          <a:p>
            <a:r>
              <a:t>          ]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"IM_TITLE_META",</a:t>
            </a:r>
          </a:p>
          <a:p>
            <a:r>
              <a:t>          "geometry_in": {</a:t>
            </a:r>
          </a:p>
          <a:p>
            <a:r>
              <a:t>            "left_in": 0.92,</a:t>
            </a:r>
          </a:p>
          <a:p>
            <a:r>
              <a:t>            "top_in": 6.7,</a:t>
            </a:r>
          </a:p>
          <a:p>
            <a:r>
              <a:t>            "width_in": 11.0,</a:t>
            </a:r>
          </a:p>
          <a:p>
            <a:r>
              <a:t>            "height_in": 0.5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"meta_line",</a:t>
            </a:r>
          </a:p>
          <a:p>
            <a:r>
              <a:t>          "required": false,</a:t>
            </a:r>
          </a:p>
          <a:p>
            <a:r>
              <a:t>          "max_chars": 90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"layout_id": "section_divider",</a:t>
            </a:r>
          </a:p>
          <a:p>
            <a:r>
              <a:t>      "slide_index": 1,</a:t>
            </a:r>
          </a:p>
          <a:p>
            <a:r>
              <a:t>      "title": "Section Divider",</a:t>
            </a:r>
          </a:p>
          <a:p>
            <a:r>
              <a:t>      "use_when": "Break between major sections of the deck.",</a:t>
            </a:r>
          </a:p>
          <a:p>
            <a:r>
              <a:t>      "slots": [</a:t>
            </a:r>
          </a:p>
          <a:p>
            <a:r>
              <a:t>        {</a:t>
            </a:r>
          </a:p>
          <a:p>
            <a:r>
              <a:t>          "shape_name": "IM_SECTION_NUMBER",</a:t>
            </a:r>
          </a:p>
          <a:p>
            <a:r>
              <a:t>          "geometry_in": {</a:t>
            </a:r>
          </a:p>
          <a:p>
            <a:r>
              <a:t>            "left_in": 0.9,</a:t>
            </a:r>
          </a:p>
          <a:p>
            <a:r>
              <a:t>            "top_in": 2.0,</a:t>
            </a:r>
          </a:p>
          <a:p>
            <a:r>
              <a:t>            "width_in": 3.0,</a:t>
            </a:r>
          </a:p>
          <a:p>
            <a:r>
              <a:t>            "height_in": 1.4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"section_number",</a:t>
            </a:r>
          </a:p>
          <a:p>
            <a:r>
              <a:t>          "required": true,</a:t>
            </a:r>
          </a:p>
          <a:p>
            <a:r>
              <a:t>          "max_chars": 3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"IM_SECTION_TITLE",</a:t>
            </a:r>
          </a:p>
          <a:p>
            <a:r>
              <a:t>          "geometry_in": {</a:t>
            </a:r>
          </a:p>
          <a:p>
            <a:r>
              <a:t>            "left_in": 0.92,</a:t>
            </a:r>
          </a:p>
          <a:p>
            <a:r>
              <a:t>            "top_in": 3.35,</a:t>
            </a:r>
          </a:p>
          <a:p>
            <a:r>
              <a:t>            "width_in": 11.4,</a:t>
            </a:r>
          </a:p>
          <a:p>
            <a:r>
              <a:t>            "height_in": 1.6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"section_title",</a:t>
            </a:r>
          </a:p>
          <a:p>
            <a:r>
              <a:t>          "required": true,</a:t>
            </a:r>
          </a:p>
          <a:p>
            <a:r>
              <a:t>          "max_chars": 48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"IM_SECTION_KICKER",</a:t>
            </a:r>
          </a:p>
          <a:p>
            <a:r>
              <a:t>          "geometry_in": {</a:t>
            </a:r>
          </a:p>
          <a:p>
            <a:r>
              <a:t>            "left_in": 0.95,</a:t>
            </a:r>
          </a:p>
          <a:p>
            <a:r>
              <a:t>            "top_in": 5.0,</a:t>
            </a:r>
          </a:p>
          <a:p>
            <a:r>
              <a:t>            "width_in": 11.0,</a:t>
            </a:r>
          </a:p>
          <a:p>
            <a:r>
              <a:t>            "height_in": 0.6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"kicker",</a:t>
            </a:r>
          </a:p>
          <a:p>
            <a:r>
              <a:t>          "required": false,</a:t>
            </a:r>
          </a:p>
          <a:p>
            <a:r>
              <a:t>          "max_chars": 90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"layout_id": "text_bullets",</a:t>
            </a:r>
          </a:p>
          <a:p>
            <a:r>
              <a:t>      "slide_index": 2,</a:t>
            </a:r>
          </a:p>
          <a:p>
            <a:r>
              <a:t>      "title": "Text + Bullets (no image)",</a:t>
            </a:r>
          </a:p>
          <a:p>
            <a:r>
              <a:t>      "use_when": "Pure argument / list slide with no visual.",</a:t>
            </a:r>
          </a:p>
          <a:p>
            <a:r>
              <a:t>      "slots": [</a:t>
            </a:r>
          </a:p>
          <a:p>
            <a:r>
              <a:t>        {</a:t>
            </a:r>
          </a:p>
          <a:p>
            <a:r>
              <a:t>          "shape_name": "IM_BULLETS_TITLE",</a:t>
            </a:r>
          </a:p>
          <a:p>
            <a:r>
              <a:t>          "geometry_in": {</a:t>
            </a:r>
          </a:p>
          <a:p>
            <a:r>
              <a:t>            "left_in": 0.9,</a:t>
            </a:r>
          </a:p>
          <a:p>
            <a:r>
              <a:t>            "top_in": 1.15,</a:t>
            </a:r>
          </a:p>
          <a:p>
            <a:r>
              <a:t>            "width_in": 11.5,</a:t>
            </a:r>
          </a:p>
          <a:p>
            <a:r>
              <a:t>            "height_in": 0.9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"title",</a:t>
            </a:r>
          </a:p>
          <a:p>
            <a:r>
              <a:t>          "required": true,</a:t>
            </a:r>
          </a:p>
          <a:p>
            <a:r>
              <a:t>          "max_chars": 60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"IM_BULLETS_KICKER",</a:t>
            </a:r>
          </a:p>
          <a:p>
            <a:r>
              <a:t>          "geometry_in": {</a:t>
            </a:r>
          </a:p>
          <a:p>
            <a:r>
              <a:t>            "left_in": 0.92,</a:t>
            </a:r>
          </a:p>
          <a:p>
            <a:r>
              <a:t>            "top_in": 2.05,</a:t>
            </a:r>
          </a:p>
          <a:p>
            <a:r>
              <a:t>            "width_in": 11.5,</a:t>
            </a:r>
          </a:p>
          <a:p>
            <a:r>
              <a:t>            "height_in": 0.5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"kicker",</a:t>
            </a:r>
          </a:p>
          <a:p>
            <a:r>
              <a:t>          "required": false,</a:t>
            </a:r>
          </a:p>
          <a:p>
            <a:r>
              <a:t>          "max_chars": 90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"IM_BULLETS_BODY",</a:t>
            </a:r>
          </a:p>
          <a:p>
            <a:r>
              <a:t>          "geometry_in": {</a:t>
            </a:r>
          </a:p>
          <a:p>
            <a:r>
              <a:t>            "left_in": 0.92,</a:t>
            </a:r>
          </a:p>
          <a:p>
            <a:r>
              <a:t>            "top_in": 2.75,</a:t>
            </a:r>
          </a:p>
          <a:p>
            <a:r>
              <a:t>            "width_in": 11.4,</a:t>
            </a:r>
          </a:p>
          <a:p>
            <a:r>
              <a:t>            "height_in": 3.9</a:t>
            </a:r>
          </a:p>
          <a:p>
            <a:r>
              <a:t>          },</a:t>
            </a:r>
          </a:p>
          <a:p>
            <a:r>
              <a:t>          "type": "bullets",</a:t>
            </a:r>
          </a:p>
          <a:p>
            <a:r>
              <a:t>          "role": "body",</a:t>
            </a:r>
          </a:p>
          <a:p>
            <a:r>
              <a:t>          "required": true,</a:t>
            </a:r>
          </a:p>
          <a:p>
            <a:r>
              <a:t>          "max_items": 6,</a:t>
            </a:r>
          </a:p>
          <a:p>
            <a:r>
              <a:t>          "max_chars_per_item": 95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"layout_id": "image_only",</a:t>
            </a:r>
          </a:p>
          <a:p>
            <a:r>
              <a:t>      "slide_index": 3,</a:t>
            </a:r>
          </a:p>
          <a:p>
            <a:r>
              <a:t>      "title": "Image Only",</a:t>
            </a:r>
          </a:p>
          <a:p>
            <a:r>
              <a:t>      "use_when": "A single dominant visual — exhibit photo, diagram, screenshot.",</a:t>
            </a:r>
          </a:p>
          <a:p>
            <a:r>
              <a:t>      "slots": [</a:t>
            </a:r>
          </a:p>
          <a:p>
            <a:r>
              <a:t>        {</a:t>
            </a:r>
          </a:p>
          <a:p>
            <a:r>
              <a:t>          "shape_name": "IM_IMAGEONLY_HERO",</a:t>
            </a:r>
          </a:p>
          <a:p>
            <a:r>
              <a:t>          "geometry_in": {</a:t>
            </a:r>
          </a:p>
          <a:p>
            <a:r>
              <a:t>            "left_in": 0.9,</a:t>
            </a:r>
          </a:p>
          <a:p>
            <a:r>
              <a:t>            "top_in": 0.9,</a:t>
            </a:r>
          </a:p>
          <a:p>
            <a:r>
              <a:t>            "width_in": 11.53,</a:t>
            </a:r>
          </a:p>
          <a:p>
            <a:r>
              <a:t>            "height_in": 5.4</a:t>
            </a:r>
          </a:p>
          <a:p>
            <a:r>
              <a:t>          },</a:t>
            </a:r>
          </a:p>
          <a:p>
            <a:r>
              <a:t>          "type": "image",</a:t>
            </a:r>
          </a:p>
          <a:p>
            <a:r>
              <a:t>          "role": "hero_image",</a:t>
            </a:r>
          </a:p>
          <a:p>
            <a:r>
              <a:t>          "required": true,</a:t>
            </a:r>
          </a:p>
          <a:p>
            <a:r>
              <a:t>          "fit": "cover",</a:t>
            </a:r>
          </a:p>
          <a:p>
            <a:r>
              <a:t>          "note": "Replace this placeholder rectangle; use its geometry."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"IM_IMAGEONLY_CAPTION",</a:t>
            </a:r>
          </a:p>
          <a:p>
            <a:r>
              <a:t>          "geometry_in": {</a:t>
            </a:r>
          </a:p>
          <a:p>
            <a:r>
              <a:t>            "left_in": 0.92,</a:t>
            </a:r>
          </a:p>
          <a:p>
            <a:r>
              <a:t>            "top_in": 6.45,</a:t>
            </a:r>
          </a:p>
          <a:p>
            <a:r>
              <a:t>            "width_in": 9.0,</a:t>
            </a:r>
          </a:p>
          <a:p>
            <a:r>
              <a:t>            "height_in": 0.5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"caption",</a:t>
            </a:r>
          </a:p>
          <a:p>
            <a:r>
              <a:t>          "required": false,</a:t>
            </a:r>
          </a:p>
          <a:p>
            <a:r>
              <a:t>          "max_chars": 110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"layout_id": "two_column",</a:t>
            </a:r>
          </a:p>
          <a:p>
            <a:r>
              <a:t>      "slide_index": 4,</a:t>
            </a:r>
          </a:p>
          <a:p>
            <a:r>
              <a:t>      "title": "Two-Column (text + image)",</a:t>
            </a:r>
          </a:p>
          <a:p>
            <a:r>
              <a:t>      "use_when": "Narrative on the left, supporting visual on the right.",</a:t>
            </a:r>
          </a:p>
          <a:p>
            <a:r>
              <a:t>      "slots": [</a:t>
            </a:r>
          </a:p>
          <a:p>
            <a:r>
              <a:t>        {</a:t>
            </a:r>
          </a:p>
          <a:p>
            <a:r>
              <a:t>          "shape_name": "IM_TWOCOL_TITLE",</a:t>
            </a:r>
          </a:p>
          <a:p>
            <a:r>
              <a:t>          "geometry_in": {</a:t>
            </a:r>
          </a:p>
          <a:p>
            <a:r>
              <a:t>            "left_in": 0.9,</a:t>
            </a:r>
          </a:p>
          <a:p>
            <a:r>
              <a:t>            "top_in": 1.15,</a:t>
            </a:r>
          </a:p>
          <a:p>
            <a:r>
              <a:t>            "width_in": 11.5,</a:t>
            </a:r>
          </a:p>
          <a:p>
            <a:r>
              <a:t>            "height_in": 0.9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"title",</a:t>
            </a:r>
          </a:p>
          <a:p>
            <a:r>
              <a:t>          "required": true,</a:t>
            </a:r>
          </a:p>
          <a:p>
            <a:r>
              <a:t>          "max_chars": 60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"IM_TWOCOL_BODY",</a:t>
            </a:r>
          </a:p>
          <a:p>
            <a:r>
              <a:t>          "geometry_in": {</a:t>
            </a:r>
          </a:p>
          <a:p>
            <a:r>
              <a:t>            "left_in": 0.92,</a:t>
            </a:r>
          </a:p>
          <a:p>
            <a:r>
              <a:t>            "top_in": 2.35,</a:t>
            </a:r>
          </a:p>
          <a:p>
            <a:r>
              <a:t>            "width_in": 5.7,</a:t>
            </a:r>
          </a:p>
          <a:p>
            <a:r>
              <a:t>            "height_in": 4.1</a:t>
            </a:r>
          </a:p>
          <a:p>
            <a:r>
              <a:t>          },</a:t>
            </a:r>
          </a:p>
          <a:p>
            <a:r>
              <a:t>          "type": "bullets",</a:t>
            </a:r>
          </a:p>
          <a:p>
            <a:r>
              <a:t>          "role": "body",</a:t>
            </a:r>
          </a:p>
          <a:p>
            <a:r>
              <a:t>          "required": true,</a:t>
            </a:r>
          </a:p>
          <a:p>
            <a:r>
              <a:t>          "max_items": 5,</a:t>
            </a:r>
          </a:p>
          <a:p>
            <a:r>
              <a:t>          "max_chars_per_item": 80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"IM_TWOCOL_IMAGE",</a:t>
            </a:r>
          </a:p>
          <a:p>
            <a:r>
              <a:t>          "geometry_in": {</a:t>
            </a:r>
          </a:p>
          <a:p>
            <a:r>
              <a:t>            "left_in": 7.05,</a:t>
            </a:r>
          </a:p>
          <a:p>
            <a:r>
              <a:t>            "top_in": 2.15,</a:t>
            </a:r>
          </a:p>
          <a:p>
            <a:r>
              <a:t>            "width_in": 5.38,</a:t>
            </a:r>
          </a:p>
          <a:p>
            <a:r>
              <a:t>            "height_in": 4.35</a:t>
            </a:r>
          </a:p>
          <a:p>
            <a:r>
              <a:t>          },</a:t>
            </a:r>
          </a:p>
          <a:p>
            <a:r>
              <a:t>          "type": "image",</a:t>
            </a:r>
          </a:p>
          <a:p>
            <a:r>
              <a:t>          "role": "support_image",</a:t>
            </a:r>
          </a:p>
          <a:p>
            <a:r>
              <a:t>          "required": true,</a:t>
            </a:r>
          </a:p>
          <a:p>
            <a:r>
              <a:t>          "fit": "cover"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"layout_id": "exhibit_data",</a:t>
            </a:r>
          </a:p>
          <a:p>
            <a:r>
              <a:t>      "slide_index": 5,</a:t>
            </a:r>
          </a:p>
          <a:p>
            <a:r>
              <a:t>      "title": "Exhibit / Data",</a:t>
            </a:r>
          </a:p>
          <a:p>
            <a:r>
              <a:t>      "use_when": "A chart or table with a so-what takeaway and source.",</a:t>
            </a:r>
          </a:p>
          <a:p>
            <a:r>
              <a:t>      "slots": [</a:t>
            </a:r>
          </a:p>
          <a:p>
            <a:r>
              <a:t>        {</a:t>
            </a:r>
          </a:p>
          <a:p>
            <a:r>
              <a:t>          "shape_name": "IM_EXHIBIT_TITLE",</a:t>
            </a:r>
          </a:p>
          <a:p>
            <a:r>
              <a:t>          "geometry_in": {</a:t>
            </a:r>
          </a:p>
          <a:p>
            <a:r>
              <a:t>            "left_in": 0.9,</a:t>
            </a:r>
          </a:p>
          <a:p>
            <a:r>
              <a:t>            "top_in": 1.15,</a:t>
            </a:r>
          </a:p>
          <a:p>
            <a:r>
              <a:t>            "width_in": 11.5,</a:t>
            </a:r>
          </a:p>
          <a:p>
            <a:r>
              <a:t>            "height_in": 0.85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"title",</a:t>
            </a:r>
          </a:p>
          <a:p>
            <a:r>
              <a:t>          "required": true,</a:t>
            </a:r>
          </a:p>
          <a:p>
            <a:r>
              <a:t>          "max_chars": 60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"IM_EXHIBIT_VISUAL",</a:t>
            </a:r>
          </a:p>
          <a:p>
            <a:r>
              <a:t>          "geometry_in": {</a:t>
            </a:r>
          </a:p>
          <a:p>
            <a:r>
              <a:t>            "left_in": 0.92,</a:t>
            </a:r>
          </a:p>
          <a:p>
            <a:r>
              <a:t>            "top_in": 2.1,</a:t>
            </a:r>
          </a:p>
          <a:p>
            <a:r>
              <a:t>            "width_in": 8.4,</a:t>
            </a:r>
          </a:p>
          <a:p>
            <a:r>
              <a:t>            "height_in": 4.35</a:t>
            </a:r>
          </a:p>
          <a:p>
            <a:r>
              <a:t>          },</a:t>
            </a:r>
          </a:p>
          <a:p>
            <a:r>
              <a:t>          "type": "image",</a:t>
            </a:r>
          </a:p>
          <a:p>
            <a:r>
              <a:t>          "role": "exhibit",</a:t>
            </a:r>
          </a:p>
          <a:p>
            <a:r>
              <a:t>          "required": true,</a:t>
            </a:r>
          </a:p>
          <a:p>
            <a:r>
              <a:t>          "fit": "contain",</a:t>
            </a:r>
          </a:p>
          <a:p>
            <a:r>
              <a:t>          "note": "Insert chart/table image, or overlay a native chart at this geometry."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"IM_EXHIBIT_TAKEAWAY",</a:t>
            </a:r>
          </a:p>
          <a:p>
            <a:r>
              <a:t>          "geometry_in": {</a:t>
            </a:r>
          </a:p>
          <a:p>
            <a:r>
              <a:t>            "left_in": 9.55,</a:t>
            </a:r>
          </a:p>
          <a:p>
            <a:r>
              <a:t>            "top_in": 2.1,</a:t>
            </a:r>
          </a:p>
          <a:p>
            <a:r>
              <a:t>            "width_in": 2.9,</a:t>
            </a:r>
          </a:p>
          <a:p>
            <a:r>
              <a:t>            "height_in": 4.0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"takeaway",</a:t>
            </a:r>
          </a:p>
          <a:p>
            <a:r>
              <a:t>          "required": true,</a:t>
            </a:r>
          </a:p>
          <a:p>
            <a:r>
              <a:t>          "max_chars": 180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"IM_EXHIBIT_SOURCE",</a:t>
            </a:r>
          </a:p>
          <a:p>
            <a:r>
              <a:t>          "geometry_in": {</a:t>
            </a:r>
          </a:p>
          <a:p>
            <a:r>
              <a:t>            "left_in": 0.92,</a:t>
            </a:r>
          </a:p>
          <a:p>
            <a:r>
              <a:t>            "top_in": 6.55,</a:t>
            </a:r>
          </a:p>
          <a:p>
            <a:r>
              <a:t>            "width_in": 9.0,</a:t>
            </a:r>
          </a:p>
          <a:p>
            <a:r>
              <a:t>            "height_in": 0.4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"source",</a:t>
            </a:r>
          </a:p>
          <a:p>
            <a:r>
              <a:t>          "required": false,</a:t>
            </a:r>
          </a:p>
          <a:p>
            <a:r>
              <a:t>          "max_chars": 120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"layout_id": "quote_callout",</a:t>
            </a:r>
          </a:p>
          <a:p>
            <a:r>
              <a:t>      "slide_index": 6,</a:t>
            </a:r>
          </a:p>
          <a:p>
            <a:r>
              <a:t>      "title": "Quote / Callout",</a:t>
            </a:r>
          </a:p>
          <a:p>
            <a:r>
              <a:t>      "use_when": "A pull quote, client testimonial, or single big statement.",</a:t>
            </a:r>
          </a:p>
          <a:p>
            <a:r>
              <a:t>      "slots": [</a:t>
            </a:r>
          </a:p>
          <a:p>
            <a:r>
              <a:t>        {</a:t>
            </a:r>
          </a:p>
          <a:p>
            <a:r>
              <a:t>          "shape_name": "IM_QUOTE_TEXT",</a:t>
            </a:r>
          </a:p>
          <a:p>
            <a:r>
              <a:t>          "geometry_in": {</a:t>
            </a:r>
          </a:p>
          <a:p>
            <a:r>
              <a:t>            "left_in": 1.4,</a:t>
            </a:r>
          </a:p>
          <a:p>
            <a:r>
              <a:t>            "top_in": 2.1,</a:t>
            </a:r>
          </a:p>
          <a:p>
            <a:r>
              <a:t>            "width_in": 10.5,</a:t>
            </a:r>
          </a:p>
          <a:p>
            <a:r>
              <a:t>            "height_in": 2.8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"quote",</a:t>
            </a:r>
          </a:p>
          <a:p>
            <a:r>
              <a:t>          "required": true,</a:t>
            </a:r>
          </a:p>
          <a:p>
            <a:r>
              <a:t>          "max_chars": 160</a:t>
            </a:r>
          </a:p>
          <a:p>
            <a:r>
              <a:t>        },</a:t>
            </a:r>
          </a:p>
          <a:p>
            <a:r>
              <a:t>        {</a:t>
            </a:r>
          </a:p>
          <a:p>
            <a:r>
              <a:t>          "shape_name": "IM_QUOTE_ATTRIB",</a:t>
            </a:r>
          </a:p>
          <a:p>
            <a:r>
              <a:t>          "geometry_in": {</a:t>
            </a:r>
          </a:p>
          <a:p>
            <a:r>
              <a:t>            "left_in": 1.42,</a:t>
            </a:r>
          </a:p>
          <a:p>
            <a:r>
              <a:t>            "top_in": 5.0,</a:t>
            </a:r>
          </a:p>
          <a:p>
            <a:r>
              <a:t>            "width_in": 10.0,</a:t>
            </a:r>
          </a:p>
          <a:p>
            <a:r>
              <a:t>            "height_in": 0.6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"attribution",</a:t>
            </a:r>
          </a:p>
          <a:p>
            <a:r>
              <a:t>          "required": false,</a:t>
            </a:r>
          </a:p>
          <a:p>
            <a:r>
              <a:t>          "max_chars": 70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},</a:t>
            </a:r>
          </a:p>
          <a:p>
            <a:r>
              <a:t>    {</a:t>
            </a:r>
          </a:p>
          <a:p>
            <a:r>
              <a:t>      "layout_id": "closing_contact",</a:t>
            </a:r>
          </a:p>
          <a:p>
            <a:r>
              <a:t>      "slide_index": 7,</a:t>
            </a:r>
          </a:p>
          <a:p>
            <a:r>
              <a:t>      "title": "Closing / Contact",</a:t>
            </a:r>
          </a:p>
          <a:p>
            <a:r>
              <a:t>      "use_when": "Final slide — wordmark, claim, contact block.",</a:t>
            </a:r>
          </a:p>
          <a:p>
            <a:r>
              <a:t>      "slots": [</a:t>
            </a:r>
          </a:p>
          <a:p>
            <a:r>
              <a:t>        {</a:t>
            </a:r>
          </a:p>
          <a:p>
            <a:r>
              <a:t>          "shape_name": "IM_CLOSING_CONTACT",</a:t>
            </a:r>
          </a:p>
          <a:p>
            <a:r>
              <a:t>          "geometry_in": {</a:t>
            </a:r>
          </a:p>
          <a:p>
            <a:r>
              <a:t>            "left_in": 0.92,</a:t>
            </a:r>
          </a:p>
          <a:p>
            <a:r>
              <a:t>            "top_in": 4.7,</a:t>
            </a:r>
          </a:p>
          <a:p>
            <a:r>
              <a:t>            "width_in": 11.0,</a:t>
            </a:r>
          </a:p>
          <a:p>
            <a:r>
              <a:t>            "height_in": 1.6</a:t>
            </a:r>
          </a:p>
          <a:p>
            <a:r>
              <a:t>          },</a:t>
            </a:r>
          </a:p>
          <a:p>
            <a:r>
              <a:t>          "type": "text",</a:t>
            </a:r>
          </a:p>
          <a:p>
            <a:r>
              <a:t>          "role": "contact_block",</a:t>
            </a:r>
          </a:p>
          <a:p>
            <a:r>
              <a:t>          "required": true,</a:t>
            </a:r>
          </a:p>
          <a:p>
            <a:r>
              <a:t>          "max_chars": 220,</a:t>
            </a:r>
          </a:p>
          <a:p>
            <a:r>
              <a:t>          "note": "Newline-separated lines: name / role / email · phone."</a:t>
            </a:r>
          </a:p>
          <a:p>
            <a:r>
              <a:t>        }</a:t>
            </a:r>
          </a:p>
          <a:p>
            <a:r>
              <a:t>      ]</a:t>
            </a:r>
          </a:p>
          <a:p>
            <a:r>
              <a:t>    }</a:t>
            </a:r>
          </a:p>
          <a:p>
            <a:r>
              <a:t>  ]</a:t>
            </a:r>
          </a:p>
          <a:p>
            <a:r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M_BRAND_WORDMARK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4600" b="0" i="0" spc="600">
                <a:solidFill>
                  <a:srgbClr val="111111"/>
                </a:solidFill>
                <a:latin typeface="Cambria"/>
              </a:rPr>
              <a:t>YOUR BRAND</a:t>
            </a:r>
          </a:p>
        </p:txBody>
      </p:sp>
      <p:sp>
        <p:nvSpPr>
          <p:cNvPr id="3" name="IM_TITLE_CLAIM"/>
          <p:cNvSpPr txBox="1"/>
          <p:nvPr/>
        </p:nvSpPr>
        <p:spPr>
          <a:xfrm>
            <a:off x="841248" y="2514600"/>
            <a:ext cx="7315200" cy="45720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600" b="0" i="0" spc="100">
                <a:solidFill>
                  <a:srgbClr val="0957D1"/>
                </a:solidFill>
                <a:latin typeface="Calibri"/>
              </a:rPr>
              <a:t>Your tagline here.</a:t>
            </a:r>
          </a:p>
        </p:txBody>
      </p:sp>
      <p:sp>
        <p:nvSpPr>
          <p:cNvPr id="4" name="IM_TITLE_DECKTITLE"/>
          <p:cNvSpPr txBox="1"/>
          <p:nvPr/>
        </p:nvSpPr>
        <p:spPr>
          <a:xfrm>
            <a:off x="822960" y="3703320"/>
            <a:ext cx="10424160" cy="109728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Cambria"/>
              </a:rPr>
              <a:t>Deck title goes here</a:t>
            </a:r>
          </a:p>
        </p:txBody>
      </p:sp>
      <p:sp>
        <p:nvSpPr>
          <p:cNvPr id="5" name="IM_TITLE_SUBTITLE"/>
          <p:cNvSpPr txBox="1"/>
          <p:nvPr/>
        </p:nvSpPr>
        <p:spPr>
          <a:xfrm>
            <a:off x="841248" y="4800600"/>
            <a:ext cx="10058400" cy="64008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600" b="0" i="0">
                <a:solidFill>
                  <a:srgbClr val="6B6B6B"/>
                </a:solidFill>
                <a:latin typeface="Calibri"/>
              </a:rPr>
              <a:t>Subtitle / value line</a:t>
            </a:r>
          </a:p>
        </p:txBody>
      </p:sp>
      <p:sp>
        <p:nvSpPr>
          <p:cNvPr id="6" name="IM_TITLE_META"/>
          <p:cNvSpPr txBox="1"/>
          <p:nvPr/>
        </p:nvSpPr>
        <p:spPr>
          <a:xfrm>
            <a:off x="841248" y="6126480"/>
            <a:ext cx="10058400" cy="45720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100" b="0" i="0">
                <a:solidFill>
                  <a:srgbClr val="6B6B6B"/>
                </a:solidFill>
                <a:latin typeface="Calibri"/>
              </a:rPr>
              <a:t>Client · Engagement · Month YYYY ·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M_SECTION_NUMBER"/>
          <p:cNvSpPr txBox="1"/>
          <p:nvPr/>
        </p:nvSpPr>
        <p:spPr>
          <a:xfrm>
            <a:off x="822960" y="1828800"/>
            <a:ext cx="2743200" cy="128016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6600" b="1" i="0">
                <a:solidFill>
                  <a:srgbClr val="0957D1"/>
                </a:solidFill>
                <a:latin typeface="Cambria"/>
              </a:rPr>
              <a:t>01</a:t>
            </a:r>
          </a:p>
        </p:txBody>
      </p:sp>
      <p:sp>
        <p:nvSpPr>
          <p:cNvPr id="3" name="IM_SECTION_TITLE"/>
          <p:cNvSpPr txBox="1"/>
          <p:nvPr/>
        </p:nvSpPr>
        <p:spPr>
          <a:xfrm>
            <a:off x="841248" y="3063240"/>
            <a:ext cx="10424160" cy="146304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mbria"/>
              </a:rPr>
              <a:t>Section title</a:t>
            </a:r>
          </a:p>
        </p:txBody>
      </p:sp>
      <p:sp>
        <p:nvSpPr>
          <p:cNvPr id="4" name="IM_SECTION_KICKER"/>
          <p:cNvSpPr txBox="1"/>
          <p:nvPr/>
        </p:nvSpPr>
        <p:spPr>
          <a:xfrm>
            <a:off x="868680" y="4572000"/>
            <a:ext cx="10058400" cy="54864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C9C9C9"/>
                </a:solidFill>
                <a:latin typeface="Calibri"/>
              </a:rPr>
              <a:t>Optional one-line framing of this section</a:t>
            </a:r>
          </a:p>
        </p:txBody>
      </p:sp>
      <p:sp>
        <p:nvSpPr>
          <p:cNvPr id="5" name="IM_BRAND_WORDMARK_FOOTER"/>
          <p:cNvSpPr txBox="1"/>
          <p:nvPr/>
        </p:nvSpPr>
        <p:spPr>
          <a:xfrm>
            <a:off x="822960" y="6355080"/>
            <a:ext cx="5486400" cy="36576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000" b="0" i="0" spc="300">
                <a:solidFill>
                  <a:srgbClr val="9A9A9A"/>
                </a:solidFill>
                <a:latin typeface="Cambria"/>
              </a:rPr>
              <a:t>YOUR BRAND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M_BRAND_MONOGRAM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solidFill>
            <a:srgbClr val="095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YB</a:t>
            </a:r>
          </a:p>
        </p:txBody>
      </p:sp>
      <p:sp>
        <p:nvSpPr>
          <p:cNvPr id="3" name="IM_BULLETS_TITLE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3400" b="1" i="0">
                <a:solidFill>
                  <a:srgbClr val="111111"/>
                </a:solidFill>
                <a:latin typeface="Cambria"/>
              </a:rPr>
              <a:t>Slide title</a:t>
            </a:r>
          </a:p>
        </p:txBody>
      </p:sp>
      <p:sp>
        <p:nvSpPr>
          <p:cNvPr id="4" name="IM_BULLETS_KICKER"/>
          <p:cNvSpPr txBox="1"/>
          <p:nvPr/>
        </p:nvSpPr>
        <p:spPr>
          <a:xfrm>
            <a:off x="841248" y="1874519"/>
            <a:ext cx="10515600" cy="45720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0957D1"/>
                </a:solidFill>
                <a:latin typeface="Calibri"/>
              </a:rPr>
              <a:t>Optional deck-navigation kicker or takeaway</a:t>
            </a:r>
          </a:p>
        </p:txBody>
      </p:sp>
      <p:sp>
        <p:nvSpPr>
          <p:cNvPr id="5" name="IM_BULLETS_BODY"/>
          <p:cNvSpPr txBox="1"/>
          <p:nvPr/>
        </p:nvSpPr>
        <p:spPr>
          <a:xfrm>
            <a:off x="841248" y="2514600"/>
            <a:ext cx="10424160" cy="35661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  <a:buFont typeface="Arial"/>
              <a:buChar char="—"/>
            </a:pPr>
            <a:r>
              <a:rPr sz="1700">
                <a:solidFill>
                  <a:srgbClr val="111111"/>
                </a:solidFill>
                <a:latin typeface="Calibri"/>
              </a:rPr>
              <a:t>First point — one idea per line, kept tight.</a:t>
            </a:r>
          </a:p>
          <a:p>
            <a:pPr algn="l">
              <a:spcAft>
                <a:spcPts val="1000"/>
              </a:spcAft>
              <a:buFont typeface="Arial"/>
              <a:buChar char="—"/>
            </a:pPr>
            <a:r>
              <a:rPr sz="1700">
                <a:solidFill>
                  <a:srgbClr val="111111"/>
                </a:solidFill>
                <a:latin typeface="Calibri"/>
              </a:rPr>
              <a:t>Second point supporting the slide title.</a:t>
            </a:r>
          </a:p>
          <a:p>
            <a:pPr algn="l">
              <a:spcAft>
                <a:spcPts val="1000"/>
              </a:spcAft>
              <a:buFont typeface="Arial"/>
              <a:buChar char="—"/>
            </a:pPr>
            <a:r>
              <a:rPr sz="1700">
                <a:solidFill>
                  <a:srgbClr val="111111"/>
                </a:solidFill>
                <a:latin typeface="Calibri"/>
              </a:rPr>
              <a:t>Third point; agents cap at ~6 items for legibility.</a:t>
            </a:r>
          </a:p>
          <a:p>
            <a:pPr algn="l">
              <a:spcAft>
                <a:spcPts val="1000"/>
              </a:spcAft>
              <a:buFont typeface="Arial"/>
              <a:buChar char="—"/>
            </a:pPr>
            <a:r>
              <a:rPr sz="1700">
                <a:solidFill>
                  <a:srgbClr val="111111"/>
                </a:solidFill>
                <a:latin typeface="Calibri"/>
              </a:rPr>
              <a:t>Fourth point if needed.</a:t>
            </a:r>
          </a:p>
        </p:txBody>
      </p:sp>
      <p:sp>
        <p:nvSpPr>
          <p:cNvPr id="6" name="IM_FOOTER_WORDMARK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YOUR BRAND  ·  Your tagline here.</a:t>
            </a:r>
          </a:p>
        </p:txBody>
      </p:sp>
      <p:sp>
        <p:nvSpPr>
          <p:cNvPr id="7" name="IM_FOOTER_PAGENO"/>
          <p:cNvSpPr txBox="1"/>
          <p:nvPr/>
        </p:nvSpPr>
        <p:spPr>
          <a:xfrm>
            <a:off x="10058400" y="6419088"/>
            <a:ext cx="1627632" cy="3200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M_IMAGEONLY_HERO"/>
          <p:cNvSpPr/>
          <p:nvPr/>
        </p:nvSpPr>
        <p:spPr>
          <a:xfrm>
            <a:off x="822960" y="822960"/>
            <a:ext cx="10543032" cy="4937760"/>
          </a:xfrm>
          <a:prstGeom prst="rect">
            <a:avLst/>
          </a:prstGeom>
          <a:solidFill>
            <a:srgbClr val="EEEEEE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6B6B6B"/>
                </a:solidFill>
                <a:latin typeface="Calibri"/>
              </a:rPr>
              <a:t>[ FULL-WIDTH IMAGE ]</a:t>
            </a:r>
          </a:p>
        </p:txBody>
      </p:sp>
      <p:sp>
        <p:nvSpPr>
          <p:cNvPr id="3" name="IM_IMAGEONLY_CAPTION"/>
          <p:cNvSpPr txBox="1"/>
          <p:nvPr/>
        </p:nvSpPr>
        <p:spPr>
          <a:xfrm>
            <a:off x="841248" y="5897880"/>
            <a:ext cx="8229600" cy="45720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200" b="0" i="1">
                <a:solidFill>
                  <a:srgbClr val="6B6B6B"/>
                </a:solidFill>
                <a:latin typeface="Calibri"/>
              </a:rPr>
              <a:t>Caption / source line</a:t>
            </a:r>
          </a:p>
        </p:txBody>
      </p:sp>
      <p:sp>
        <p:nvSpPr>
          <p:cNvPr id="4" name="IM_FOOTER_WORDMARK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YOUR BRAND  ·  Your tagline here.</a:t>
            </a:r>
          </a:p>
        </p:txBody>
      </p:sp>
      <p:sp>
        <p:nvSpPr>
          <p:cNvPr id="5" name="IM_FOOTER_PAGENO"/>
          <p:cNvSpPr txBox="1"/>
          <p:nvPr/>
        </p:nvSpPr>
        <p:spPr>
          <a:xfrm>
            <a:off x="10058400" y="6419088"/>
            <a:ext cx="1627632" cy="3200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M_BRAND_MONOGRAM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solidFill>
            <a:srgbClr val="095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YB</a:t>
            </a:r>
          </a:p>
        </p:txBody>
      </p:sp>
      <p:sp>
        <p:nvSpPr>
          <p:cNvPr id="3" name="IM_TWOCOL_TITLE"/>
          <p:cNvSpPr txBox="1"/>
          <p:nvPr/>
        </p:nvSpPr>
        <p:spPr>
          <a:xfrm>
            <a:off x="822960" y="1051560"/>
            <a:ext cx="10515600" cy="82296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3400" b="1" i="0">
                <a:solidFill>
                  <a:srgbClr val="111111"/>
                </a:solidFill>
                <a:latin typeface="Cambria"/>
              </a:rPr>
              <a:t>Slide title</a:t>
            </a:r>
          </a:p>
        </p:txBody>
      </p:sp>
      <p:sp>
        <p:nvSpPr>
          <p:cNvPr id="4" name="IM_TWOCOL_BODY"/>
          <p:cNvSpPr txBox="1"/>
          <p:nvPr/>
        </p:nvSpPr>
        <p:spPr>
          <a:xfrm>
            <a:off x="841248" y="2148840"/>
            <a:ext cx="5212080" cy="37490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1000"/>
              </a:spcAft>
              <a:buFont typeface="Arial"/>
              <a:buChar char="—"/>
            </a:pPr>
            <a:r>
              <a:rPr sz="1600">
                <a:solidFill>
                  <a:srgbClr val="111111"/>
                </a:solidFill>
                <a:latin typeface="Calibri"/>
              </a:rPr>
              <a:t>Left column carries the narrative.</a:t>
            </a:r>
          </a:p>
          <a:p>
            <a:pPr algn="l">
              <a:spcAft>
                <a:spcPts val="1000"/>
              </a:spcAft>
              <a:buFont typeface="Arial"/>
              <a:buChar char="—"/>
            </a:pPr>
            <a:r>
              <a:rPr sz="1600">
                <a:solidFill>
                  <a:srgbClr val="111111"/>
                </a:solidFill>
                <a:latin typeface="Calibri"/>
              </a:rPr>
              <a:t>Right column shows the supporting visual.</a:t>
            </a:r>
          </a:p>
          <a:p>
            <a:pPr algn="l">
              <a:spcAft>
                <a:spcPts val="1000"/>
              </a:spcAft>
              <a:buFont typeface="Arial"/>
              <a:buChar char="—"/>
            </a:pPr>
            <a:r>
              <a:rPr sz="1600">
                <a:solidFill>
                  <a:srgbClr val="111111"/>
                </a:solidFill>
                <a:latin typeface="Calibri"/>
              </a:rPr>
              <a:t>Keep text and image weight balanced.</a:t>
            </a:r>
          </a:p>
        </p:txBody>
      </p:sp>
      <p:sp>
        <p:nvSpPr>
          <p:cNvPr id="5" name="IM_TWOCOL_IMAGE"/>
          <p:cNvSpPr/>
          <p:nvPr/>
        </p:nvSpPr>
        <p:spPr>
          <a:xfrm>
            <a:off x="6446520" y="1965960"/>
            <a:ext cx="4919472" cy="3977639"/>
          </a:xfrm>
          <a:prstGeom prst="rect">
            <a:avLst/>
          </a:prstGeom>
          <a:solidFill>
            <a:srgbClr val="EEEEEE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6B6B6B"/>
                </a:solidFill>
                <a:latin typeface="Calibri"/>
              </a:rPr>
              <a:t>[ SUPPORTING IMAGE ]</a:t>
            </a:r>
          </a:p>
        </p:txBody>
      </p:sp>
      <p:sp>
        <p:nvSpPr>
          <p:cNvPr id="6" name="IM_FOOTER_WORDMARK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YOUR BRAND  ·  Your tagline here.</a:t>
            </a:r>
          </a:p>
        </p:txBody>
      </p:sp>
      <p:sp>
        <p:nvSpPr>
          <p:cNvPr id="7" name="IM_FOOTER_PAGENO"/>
          <p:cNvSpPr txBox="1"/>
          <p:nvPr/>
        </p:nvSpPr>
        <p:spPr>
          <a:xfrm>
            <a:off x="10058400" y="6419088"/>
            <a:ext cx="1627632" cy="3200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M_BRAND_MONOGRAM"/>
          <p:cNvSpPr/>
          <p:nvPr/>
        </p:nvSpPr>
        <p:spPr>
          <a:xfrm>
            <a:off x="502920" y="384048"/>
            <a:ext cx="384048" cy="384048"/>
          </a:xfrm>
          <a:prstGeom prst="rect">
            <a:avLst/>
          </a:prstGeom>
          <a:solidFill>
            <a:srgbClr val="0957D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YB</a:t>
            </a:r>
          </a:p>
        </p:txBody>
      </p:sp>
      <p:sp>
        <p:nvSpPr>
          <p:cNvPr id="3" name="IM_EXHIBIT_TITLE"/>
          <p:cNvSpPr txBox="1"/>
          <p:nvPr/>
        </p:nvSpPr>
        <p:spPr>
          <a:xfrm>
            <a:off x="822960" y="1051560"/>
            <a:ext cx="10515600" cy="77724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Cambria"/>
              </a:rPr>
              <a:t>Exhibit title</a:t>
            </a:r>
          </a:p>
        </p:txBody>
      </p:sp>
      <p:sp>
        <p:nvSpPr>
          <p:cNvPr id="4" name="IM_EXHIBIT_VISUAL"/>
          <p:cNvSpPr/>
          <p:nvPr/>
        </p:nvSpPr>
        <p:spPr>
          <a:xfrm>
            <a:off x="841248" y="1920240"/>
            <a:ext cx="7680960" cy="3977639"/>
          </a:xfrm>
          <a:prstGeom prst="rect">
            <a:avLst/>
          </a:prstGeom>
          <a:solidFill>
            <a:srgbClr val="EEEEEE"/>
          </a:solidFill>
          <a:ln w="9525">
            <a:solidFill>
              <a:srgbClr val="CFCF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>
                <a:solidFill>
                  <a:srgbClr val="6B6B6B"/>
                </a:solidFill>
                <a:latin typeface="Calibri"/>
              </a:rPr>
              <a:t>[ CHART / TABLE ]</a:t>
            </a:r>
          </a:p>
        </p:txBody>
      </p:sp>
      <p:sp>
        <p:nvSpPr>
          <p:cNvPr id="5" name="IM_EXHIBIT_TAKEAWAY"/>
          <p:cNvSpPr txBox="1"/>
          <p:nvPr/>
        </p:nvSpPr>
        <p:spPr>
          <a:xfrm>
            <a:off x="8732520" y="1920240"/>
            <a:ext cx="2651760" cy="365760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111111"/>
                </a:solidFill>
                <a:latin typeface="Calibri"/>
              </a:rPr>
              <a:t>So-what takeaway.
What the exhibit proves in one or two sentences.</a:t>
            </a:r>
          </a:p>
        </p:txBody>
      </p:sp>
      <p:sp>
        <p:nvSpPr>
          <p:cNvPr id="6" name="IM_EXHIBIT_SOURCE"/>
          <p:cNvSpPr txBox="1"/>
          <p:nvPr/>
        </p:nvSpPr>
        <p:spPr>
          <a:xfrm>
            <a:off x="841248" y="5989320"/>
            <a:ext cx="8229600" cy="36576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000" b="0" i="1">
                <a:solidFill>
                  <a:srgbClr val="6B6B6B"/>
                </a:solidFill>
                <a:latin typeface="Calibri"/>
              </a:rPr>
              <a:t>Source: </a:t>
            </a:r>
          </a:p>
        </p:txBody>
      </p:sp>
      <p:sp>
        <p:nvSpPr>
          <p:cNvPr id="7" name="IM_FOOTER_WORDMARK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YOUR BRAND  ·  Your tagline here.</a:t>
            </a:r>
          </a:p>
        </p:txBody>
      </p:sp>
      <p:sp>
        <p:nvSpPr>
          <p:cNvPr id="8" name="IM_FOOTER_PAGENO"/>
          <p:cNvSpPr txBox="1"/>
          <p:nvPr/>
        </p:nvSpPr>
        <p:spPr>
          <a:xfrm>
            <a:off x="10058400" y="6419088"/>
            <a:ext cx="1627632" cy="3200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M_QUOTE_TEXT"/>
          <p:cNvSpPr txBox="1"/>
          <p:nvPr/>
        </p:nvSpPr>
        <p:spPr>
          <a:xfrm>
            <a:off x="1280160" y="1920240"/>
            <a:ext cx="9601200" cy="256032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3000" b="0" i="1">
                <a:solidFill>
                  <a:srgbClr val="111111"/>
                </a:solidFill>
                <a:latin typeface="Cambria"/>
              </a:rPr>
              <a:t>A single sharp sentence that lands the point.</a:t>
            </a:r>
          </a:p>
        </p:txBody>
      </p:sp>
      <p:sp>
        <p:nvSpPr>
          <p:cNvPr id="3" name="IM_QUOTE_ATTRIB"/>
          <p:cNvSpPr txBox="1"/>
          <p:nvPr/>
        </p:nvSpPr>
        <p:spPr>
          <a:xfrm>
            <a:off x="1298448" y="4572000"/>
            <a:ext cx="9144000" cy="54864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0957D1"/>
                </a:solidFill>
                <a:latin typeface="Calibri"/>
              </a:rPr>
              <a:t>— Name, Title, Company</a:t>
            </a:r>
          </a:p>
        </p:txBody>
      </p:sp>
      <p:sp>
        <p:nvSpPr>
          <p:cNvPr id="4" name="IM_FOOTER_WORDMARK"/>
          <p:cNvSpPr txBox="1"/>
          <p:nvPr/>
        </p:nvSpPr>
        <p:spPr>
          <a:xfrm>
            <a:off x="502920" y="6419088"/>
            <a:ext cx="5486400" cy="3200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l"/>
            <a:r>
              <a:rPr sz="900" b="0" i="0">
                <a:solidFill>
                  <a:srgbClr val="6B6B6B"/>
                </a:solidFill>
                <a:latin typeface="Calibri"/>
              </a:rPr>
              <a:t>YOUR BRAND  ·  Your tagline here.</a:t>
            </a:r>
          </a:p>
        </p:txBody>
      </p:sp>
      <p:sp>
        <p:nvSpPr>
          <p:cNvPr id="5" name="IM_FOOTER_PAGENO"/>
          <p:cNvSpPr txBox="1"/>
          <p:nvPr/>
        </p:nvSpPr>
        <p:spPr>
          <a:xfrm>
            <a:off x="10058400" y="6419088"/>
            <a:ext cx="1627632" cy="320040"/>
          </a:xfrm>
          <a:prstGeom prst="rect">
            <a:avLst/>
          </a:prstGeom>
          <a:noFill/>
        </p:spPr>
        <p:txBody>
          <a:bodyPr wrap="square" lIns="0" rIns="0" tIns="25400" bIns="25400" anchor="ctr">
            <a:spAutoFit/>
          </a:bodyPr>
          <a:lstStyle/>
          <a:p>
            <a:pPr algn="r"/>
            <a:r>
              <a:rPr sz="900" b="0" i="0">
                <a:solidFill>
                  <a:srgbClr val="6B6B6B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M_CLOSING_WORDMARK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4400" b="0" i="0" spc="600">
                <a:solidFill>
                  <a:srgbClr val="FFFFFF"/>
                </a:solidFill>
                <a:latin typeface="Cambria"/>
              </a:rPr>
              <a:t>YOUR BRAND</a:t>
            </a:r>
          </a:p>
        </p:txBody>
      </p:sp>
      <p:sp>
        <p:nvSpPr>
          <p:cNvPr id="3" name="IM_CLOSING_CLAIM"/>
          <p:cNvSpPr txBox="1"/>
          <p:nvPr/>
        </p:nvSpPr>
        <p:spPr>
          <a:xfrm>
            <a:off x="841248" y="2971800"/>
            <a:ext cx="7315200" cy="45720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600" b="0" i="0" spc="100">
                <a:solidFill>
                  <a:srgbClr val="0957D1"/>
                </a:solidFill>
                <a:latin typeface="Calibri"/>
              </a:rPr>
              <a:t>Your tagline here.</a:t>
            </a:r>
          </a:p>
        </p:txBody>
      </p:sp>
      <p:sp>
        <p:nvSpPr>
          <p:cNvPr id="4" name="IM_CLOSING_CONTACT"/>
          <p:cNvSpPr txBox="1"/>
          <p:nvPr/>
        </p:nvSpPr>
        <p:spPr>
          <a:xfrm>
            <a:off x="841248" y="4297680"/>
            <a:ext cx="10058400" cy="146304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500" b="0" i="0">
                <a:solidFill>
                  <a:srgbClr val="D5D5D5"/>
                </a:solidFill>
                <a:latin typeface="Calibri"/>
              </a:rPr>
              <a:t>Name Surname
Role
email@infinitemind.xx  ·  +49 ...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IM_MANIFEST_TITLE"/>
          <p:cNvSpPr txBox="1"/>
          <p:nvPr/>
        </p:nvSpPr>
        <p:spPr>
          <a:xfrm>
            <a:off x="822960" y="731520"/>
            <a:ext cx="10515600" cy="73152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3000" b="1" i="0">
                <a:solidFill>
                  <a:srgbClr val="111111"/>
                </a:solidFill>
                <a:latin typeface="Cambria"/>
              </a:rPr>
              <a:t>AGENT MANIFEST</a:t>
            </a:r>
          </a:p>
        </p:txBody>
      </p:sp>
      <p:sp>
        <p:nvSpPr>
          <p:cNvPr id="3" name="IM_MANIFEST_SUB"/>
          <p:cNvSpPr txBox="1"/>
          <p:nvPr/>
        </p:nvSpPr>
        <p:spPr>
          <a:xfrm>
            <a:off x="841248" y="1463040"/>
            <a:ext cx="10515600" cy="54864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300" b="0" i="0">
                <a:solidFill>
                  <a:srgbClr val="6B6B6B"/>
                </a:solidFill>
                <a:latin typeface="Calibri"/>
              </a:rPr>
              <a:t>Not for presentation. Full machine-readable manifest is in this slide's speaker notes and in the standalone .json file.</a:t>
            </a:r>
          </a:p>
        </p:txBody>
      </p:sp>
      <p:sp>
        <p:nvSpPr>
          <p:cNvPr id="4" name="IM_MANIFEST_INDEX"/>
          <p:cNvSpPr txBox="1"/>
          <p:nvPr/>
        </p:nvSpPr>
        <p:spPr>
          <a:xfrm>
            <a:off x="841248" y="2286000"/>
            <a:ext cx="10515600" cy="3657600"/>
          </a:xfrm>
          <a:prstGeom prst="rect">
            <a:avLst/>
          </a:prstGeom>
          <a:noFill/>
        </p:spPr>
        <p:txBody>
          <a:bodyPr wrap="square" lIns="0" rIns="0" tIns="25400" bIns="25400" anchor="t">
            <a:spAutoFit/>
          </a:bodyPr>
          <a:lstStyle/>
          <a:p>
            <a:pPr algn="l"/>
            <a:r>
              <a:rPr sz="1400" b="0" i="0">
                <a:solidFill>
                  <a:srgbClr val="111111"/>
                </a:solidFill>
                <a:latin typeface="Consolas"/>
              </a:rPr>
              <a:t>0  ·  title             4 slot(s)  —  Title Slide
1  ·  section_divider   3 slot(s)  —  Section Divider
2  ·  text_bullets      3 slot(s)  —  Text + Bullets (no image)
3  ·  image_only        2 slot(s)  —  Image Only
4  ·  two_column        3 slot(s)  —  Two-Column (text + image)
5  ·  exhibit_data      4 slot(s)  —  Exhibit / Data
6  ·  quote_callout     2 slot(s)  —  Quote / Callout
7  ·  closing_contact   1 slot(s)  —  Closing / Contact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