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P_QUOTE_CALLOUT_STATEMENT"/>
          <p:cNvSpPr/>
          <p:nvPr/>
        </p:nvSpPr>
        <p:spPr>
          <a:xfrm>
            <a:off x="1280160" y="1874519"/>
            <a:ext cx="9628632" cy="2606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>
                <a:solidFill>
                  <a:srgbClr val="0E6E5C"/>
                </a:solidFill>
                <a:latin typeface="Georgia"/>
              </a:rPr>
              <a:t>[Quote placeholder]</a:t>
            </a:r>
          </a:p>
        </p:txBody>
      </p:sp>
      <p:sp>
        <p:nvSpPr>
          <p:cNvPr id="3" name="MP_QUOTE_CALLOUT_BYLINE"/>
          <p:cNvSpPr/>
          <p:nvPr/>
        </p:nvSpPr>
        <p:spPr>
          <a:xfrm>
            <a:off x="1298448" y="4572000"/>
            <a:ext cx="914400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[Attribution 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P_TITLE_HEADLINE"/>
          <p:cNvSpPr/>
          <p:nvPr/>
        </p:nvSpPr>
        <p:spPr>
          <a:xfrm>
            <a:off x="685800" y="3657600"/>
            <a:ext cx="1081735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>
                <a:solidFill>
                  <a:srgbClr val="0E6E5C"/>
                </a:solidFill>
                <a:latin typeface="Georgia"/>
              </a:rPr>
              <a:t>[Deck Title placeholder]</a:t>
            </a:r>
          </a:p>
        </p:txBody>
      </p:sp>
      <p:sp>
        <p:nvSpPr>
          <p:cNvPr id="3" name="MP_TITLE_SUBHEAD"/>
          <p:cNvSpPr/>
          <p:nvPr/>
        </p:nvSpPr>
        <p:spPr>
          <a:xfrm>
            <a:off x="704088" y="4754880"/>
            <a:ext cx="104241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[Subtitle placeholder]</a:t>
            </a:r>
          </a:p>
        </p:txBody>
      </p:sp>
      <p:sp>
        <p:nvSpPr>
          <p:cNvPr id="4" name="MP_TITLE_TAGLINE"/>
          <p:cNvSpPr/>
          <p:nvPr/>
        </p:nvSpPr>
        <p:spPr>
          <a:xfrm>
            <a:off x="704088" y="2377440"/>
            <a:ext cx="7498079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>
                <a:solidFill>
                  <a:srgbClr val="0E6E5C"/>
                </a:solidFill>
                <a:latin typeface="Georgia"/>
              </a:rPr>
              <a:t>[Claim placeholder]</a:t>
            </a:r>
          </a:p>
        </p:txBody>
      </p:sp>
      <p:sp>
        <p:nvSpPr>
          <p:cNvPr id="5" name="MP_TITLE_METALINE"/>
          <p:cNvSpPr/>
          <p:nvPr/>
        </p:nvSpPr>
        <p:spPr>
          <a:xfrm>
            <a:off x="704088" y="6080760"/>
            <a:ext cx="104241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[Meta Line placeholder]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P_CLOSING_CONTACT_DETAILS"/>
          <p:cNvSpPr/>
          <p:nvPr/>
        </p:nvSpPr>
        <p:spPr>
          <a:xfrm>
            <a:off x="704088" y="4251960"/>
            <a:ext cx="10424160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[Contact Block placeholder]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P_TEXT_BULLETS_HEADLINE"/>
          <p:cNvSpPr/>
          <p:nvPr/>
        </p:nvSpPr>
        <p:spPr>
          <a:xfrm>
            <a:off x="685800" y="1005840"/>
            <a:ext cx="10817352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>
                <a:solidFill>
                  <a:srgbClr val="0E6E5C"/>
                </a:solidFill>
                <a:latin typeface="Georgia"/>
              </a:rPr>
              <a:t>[Title placeholder]</a:t>
            </a:r>
          </a:p>
        </p:txBody>
      </p:sp>
      <p:sp>
        <p:nvSpPr>
          <p:cNvPr id="3" name="MP_TEXT_BULLETS_KICKER"/>
          <p:cNvSpPr/>
          <p:nvPr/>
        </p:nvSpPr>
        <p:spPr>
          <a:xfrm>
            <a:off x="704088" y="1828800"/>
            <a:ext cx="108173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[Kicker placeholder]</a:t>
            </a:r>
          </a:p>
        </p:txBody>
      </p:sp>
      <p:sp>
        <p:nvSpPr>
          <p:cNvPr id="4" name="MP_TEXT_BULLETS_LIST"/>
          <p:cNvSpPr/>
          <p:nvPr/>
        </p:nvSpPr>
        <p:spPr>
          <a:xfrm>
            <a:off x="704088" y="2468880"/>
            <a:ext cx="10817352" cy="3611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First point placeholder</a:t>
            </a:r>
          </a:p>
          <a:p>
            <a:r>
              <a:rPr sz="1400">
                <a:solidFill>
                  <a:srgbClr val="1B1B1B"/>
                </a:solidFill>
                <a:latin typeface="Verdana"/>
              </a:rPr>
              <a:t>Second point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P_EXHIBIT_DATA_HEADLINE"/>
          <p:cNvSpPr/>
          <p:nvPr/>
        </p:nvSpPr>
        <p:spPr>
          <a:xfrm>
            <a:off x="685800" y="1005840"/>
            <a:ext cx="10817352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>
                <a:solidFill>
                  <a:srgbClr val="0E6E5C"/>
                </a:solidFill>
                <a:latin typeface="Georgia"/>
              </a:rPr>
              <a:t>[Title placeholder]</a:t>
            </a:r>
          </a:p>
        </p:txBody>
      </p:sp>
      <p:sp>
        <p:nvSpPr>
          <p:cNvPr id="3" name="MP_EXHIBIT_DATA_VISUAL"/>
          <p:cNvSpPr/>
          <p:nvPr/>
        </p:nvSpPr>
        <p:spPr>
          <a:xfrm>
            <a:off x="704088" y="1874519"/>
            <a:ext cx="7863840" cy="4023360"/>
          </a:xfrm>
          <a:prstGeom prst="rect">
            <a:avLst/>
          </a:prstGeom>
          <a:solidFill>
            <a:srgbClr val="E7E7E7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07070"/>
                </a:solidFill>
                <a:latin typeface="Verdana"/>
              </a:rPr>
              <a:t>EXHIBIT</a:t>
            </a:r>
          </a:p>
        </p:txBody>
      </p:sp>
      <p:sp>
        <p:nvSpPr>
          <p:cNvPr id="4" name="MP_EXHIBIT_DATA_TAKEAWAY"/>
          <p:cNvSpPr/>
          <p:nvPr/>
        </p:nvSpPr>
        <p:spPr>
          <a:xfrm>
            <a:off x="8732520" y="1874519"/>
            <a:ext cx="2542032" cy="3703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[Takeaway placeholder]</a:t>
            </a:r>
          </a:p>
        </p:txBody>
      </p:sp>
      <p:sp>
        <p:nvSpPr>
          <p:cNvPr id="5" name="MP_EXHIBIT_DATA_SOURCE"/>
          <p:cNvSpPr/>
          <p:nvPr/>
        </p:nvSpPr>
        <p:spPr>
          <a:xfrm>
            <a:off x="704088" y="5943600"/>
            <a:ext cx="841248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[Source placeholder]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P_IMAGE_ONLY_HERO"/>
          <p:cNvSpPr/>
          <p:nvPr/>
        </p:nvSpPr>
        <p:spPr>
          <a:xfrm>
            <a:off x="685800" y="777240"/>
            <a:ext cx="10817352" cy="4983480"/>
          </a:xfrm>
          <a:prstGeom prst="rect">
            <a:avLst/>
          </a:prstGeom>
          <a:solidFill>
            <a:srgbClr val="E7E7E7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07070"/>
                </a:solidFill>
                <a:latin typeface="Verdana"/>
              </a:rPr>
              <a:t>HERO IMAGE</a:t>
            </a:r>
          </a:p>
        </p:txBody>
      </p:sp>
      <p:sp>
        <p:nvSpPr>
          <p:cNvPr id="3" name="MP_IMAGE_ONLY_CAPTION"/>
          <p:cNvSpPr/>
          <p:nvPr/>
        </p:nvSpPr>
        <p:spPr>
          <a:xfrm>
            <a:off x="704088" y="5852160"/>
            <a:ext cx="84124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[Caption placeholder]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P_SECTION_DIVIDER_NUM"/>
          <p:cNvSpPr/>
          <p:nvPr/>
        </p:nvSpPr>
        <p:spPr>
          <a:xfrm>
            <a:off x="685800" y="1828800"/>
            <a:ext cx="274320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[Section Number placeholder]</a:t>
            </a:r>
          </a:p>
        </p:txBody>
      </p:sp>
      <p:sp>
        <p:nvSpPr>
          <p:cNvPr id="3" name="MP_SECTION_DIVIDER_HEADLINE"/>
          <p:cNvSpPr/>
          <p:nvPr/>
        </p:nvSpPr>
        <p:spPr>
          <a:xfrm>
            <a:off x="704088" y="3063240"/>
            <a:ext cx="1081735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>
                <a:solidFill>
                  <a:srgbClr val="0E6E5C"/>
                </a:solidFill>
                <a:latin typeface="Georgia"/>
              </a:rPr>
              <a:t>[Section Title placeholder]</a:t>
            </a:r>
          </a:p>
        </p:txBody>
      </p:sp>
      <p:sp>
        <p:nvSpPr>
          <p:cNvPr id="4" name="MP_SECTION_DIVIDER_KICKER"/>
          <p:cNvSpPr/>
          <p:nvPr/>
        </p:nvSpPr>
        <p:spPr>
          <a:xfrm>
            <a:off x="731520" y="4572000"/>
            <a:ext cx="104241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[Kicker placeholder]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P_TWO_COLUMN_HEADLINE"/>
          <p:cNvSpPr/>
          <p:nvPr/>
        </p:nvSpPr>
        <p:spPr>
          <a:xfrm>
            <a:off x="685800" y="1005840"/>
            <a:ext cx="10817352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>
                <a:solidFill>
                  <a:srgbClr val="0E6E5C"/>
                </a:solidFill>
                <a:latin typeface="Georgia"/>
              </a:rPr>
              <a:t>[Title placeholder]</a:t>
            </a:r>
          </a:p>
        </p:txBody>
      </p:sp>
      <p:sp>
        <p:nvSpPr>
          <p:cNvPr id="3" name="MP_TWO_COLUMN_BODY"/>
          <p:cNvSpPr/>
          <p:nvPr/>
        </p:nvSpPr>
        <p:spPr>
          <a:xfrm>
            <a:off x="704088" y="2103120"/>
            <a:ext cx="5349240" cy="3794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1B1B1B"/>
                </a:solidFill>
                <a:latin typeface="Verdana"/>
              </a:rPr>
              <a:t>First point placeholder</a:t>
            </a:r>
          </a:p>
          <a:p>
            <a:r>
              <a:rPr sz="1400">
                <a:solidFill>
                  <a:srgbClr val="1B1B1B"/>
                </a:solidFill>
                <a:latin typeface="Verdana"/>
              </a:rPr>
              <a:t>Second point placeholder</a:t>
            </a:r>
          </a:p>
        </p:txBody>
      </p:sp>
      <p:sp>
        <p:nvSpPr>
          <p:cNvPr id="4" name="MP_TWO_COLUMN_VISUAL"/>
          <p:cNvSpPr/>
          <p:nvPr/>
        </p:nvSpPr>
        <p:spPr>
          <a:xfrm>
            <a:off x="6217920" y="1920240"/>
            <a:ext cx="5285232" cy="4023360"/>
          </a:xfrm>
          <a:prstGeom prst="rect">
            <a:avLst/>
          </a:prstGeom>
          <a:solidFill>
            <a:srgbClr val="E7E7E7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07070"/>
                </a:solidFill>
                <a:latin typeface="Verdana"/>
              </a:rPr>
              <a:t>SUPPORT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